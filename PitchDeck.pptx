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2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1B1DED-BCF9-4409-9CEE-EE85D864865A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163C9C8-A0A8-40F6-81F1-AAC2088A30E3}">
      <dgm:prSet/>
      <dgm:spPr/>
      <dgm:t>
        <a:bodyPr/>
        <a:lstStyle/>
        <a:p>
          <a:r>
            <a:rPr lang="en-US" b="1" i="0" baseline="0" dirty="0"/>
            <a:t>Expense tracking is exhausting and inconsistent</a:t>
          </a:r>
          <a:endParaRPr lang="en-US" dirty="0"/>
        </a:p>
      </dgm:t>
    </dgm:pt>
    <dgm:pt modelId="{DC878A7A-3312-47EA-A671-1296FA0C0AD5}" type="parTrans" cxnId="{0010E1A0-B88C-4CBA-BFE5-96DE92C6546C}">
      <dgm:prSet/>
      <dgm:spPr/>
      <dgm:t>
        <a:bodyPr/>
        <a:lstStyle/>
        <a:p>
          <a:endParaRPr lang="en-US"/>
        </a:p>
      </dgm:t>
    </dgm:pt>
    <dgm:pt modelId="{9319A536-88F2-4E0F-B2D4-C8D948E3FCB3}" type="sibTrans" cxnId="{0010E1A0-B88C-4CBA-BFE5-96DE92C6546C}">
      <dgm:prSet/>
      <dgm:spPr/>
      <dgm:t>
        <a:bodyPr/>
        <a:lstStyle/>
        <a:p>
          <a:endParaRPr lang="en-US"/>
        </a:p>
      </dgm:t>
    </dgm:pt>
    <dgm:pt modelId="{4F8C62A7-241F-4AAF-A810-527D5548D931}">
      <dgm:prSet/>
      <dgm:spPr/>
      <dgm:t>
        <a:bodyPr/>
        <a:lstStyle/>
        <a:p>
          <a:r>
            <a:rPr lang="en-US" b="0" i="0" baseline="0" dirty="0"/>
            <a:t>People struggle to maintain the habit </a:t>
          </a:r>
          <a:r>
            <a:rPr lang="en-US" b="1" i="0" baseline="0" dirty="0"/>
            <a:t>of manually noting expenses</a:t>
          </a:r>
          <a:r>
            <a:rPr lang="en-US" b="0" i="0" baseline="0" dirty="0"/>
            <a:t>, making it easy </a:t>
          </a:r>
          <a:r>
            <a:rPr lang="en-US" b="1" i="0" baseline="0" dirty="0"/>
            <a:t>to miss where money goes.</a:t>
          </a:r>
          <a:endParaRPr lang="en-US" b="1" dirty="0"/>
        </a:p>
      </dgm:t>
    </dgm:pt>
    <dgm:pt modelId="{2AF8DBD5-BCF0-4760-A92C-E4C230F8CD99}" type="parTrans" cxnId="{8EC17E74-2FFE-4BDE-8A50-57BB95F0F1F4}">
      <dgm:prSet/>
      <dgm:spPr/>
      <dgm:t>
        <a:bodyPr/>
        <a:lstStyle/>
        <a:p>
          <a:endParaRPr lang="en-US"/>
        </a:p>
      </dgm:t>
    </dgm:pt>
    <dgm:pt modelId="{CCD2833D-FBC6-47F2-BE60-EF67814FBC9E}" type="sibTrans" cxnId="{8EC17E74-2FFE-4BDE-8A50-57BB95F0F1F4}">
      <dgm:prSet/>
      <dgm:spPr/>
      <dgm:t>
        <a:bodyPr/>
        <a:lstStyle/>
        <a:p>
          <a:endParaRPr lang="en-US"/>
        </a:p>
      </dgm:t>
    </dgm:pt>
    <dgm:pt modelId="{4274EF5B-0A3A-4B97-9490-D35AE5FC968F}">
      <dgm:prSet/>
      <dgm:spPr/>
      <dgm:t>
        <a:bodyPr/>
        <a:lstStyle/>
        <a:p>
          <a:r>
            <a:rPr lang="en-US" b="1" i="0" baseline="0"/>
            <a:t>Traditional tools don’t provide real insights</a:t>
          </a:r>
          <a:endParaRPr lang="en-US"/>
        </a:p>
      </dgm:t>
    </dgm:pt>
    <dgm:pt modelId="{84196124-9ADF-4ED1-BF15-EBA59DC63FFB}" type="parTrans" cxnId="{C21A3AFB-2E0A-4E8F-AFE3-B87E73EA4282}">
      <dgm:prSet/>
      <dgm:spPr/>
      <dgm:t>
        <a:bodyPr/>
        <a:lstStyle/>
        <a:p>
          <a:endParaRPr lang="en-US"/>
        </a:p>
      </dgm:t>
    </dgm:pt>
    <dgm:pt modelId="{D97B5E67-FA7E-4BCD-B4EC-FF334FCCE983}" type="sibTrans" cxnId="{C21A3AFB-2E0A-4E8F-AFE3-B87E73EA4282}">
      <dgm:prSet/>
      <dgm:spPr/>
      <dgm:t>
        <a:bodyPr/>
        <a:lstStyle/>
        <a:p>
          <a:endParaRPr lang="en-US"/>
        </a:p>
      </dgm:t>
    </dgm:pt>
    <dgm:pt modelId="{C41C78E7-0BDD-4B0E-9F20-08472E0C33F0}">
      <dgm:prSet/>
      <dgm:spPr/>
      <dgm:t>
        <a:bodyPr/>
        <a:lstStyle/>
        <a:p>
          <a:r>
            <a:rPr lang="en-US" b="0" i="0" baseline="0" dirty="0"/>
            <a:t>Notes and spreadsheets </a:t>
          </a:r>
          <a:r>
            <a:rPr lang="en-US" b="1" i="0" baseline="0" dirty="0"/>
            <a:t>fail to show clear patterns, categories, money leaks, or long-term trends.</a:t>
          </a:r>
          <a:endParaRPr lang="en-US" b="1" dirty="0"/>
        </a:p>
      </dgm:t>
    </dgm:pt>
    <dgm:pt modelId="{D819848E-2087-4EEF-BE2B-D1FACA15EBB5}" type="parTrans" cxnId="{AD07EBEC-1639-4C63-B0B5-6D01FC4C5BB1}">
      <dgm:prSet/>
      <dgm:spPr/>
      <dgm:t>
        <a:bodyPr/>
        <a:lstStyle/>
        <a:p>
          <a:endParaRPr lang="en-US"/>
        </a:p>
      </dgm:t>
    </dgm:pt>
    <dgm:pt modelId="{E0766DD4-B5E6-42C2-8D15-32FB58AB7F02}" type="sibTrans" cxnId="{AD07EBEC-1639-4C63-B0B5-6D01FC4C5BB1}">
      <dgm:prSet/>
      <dgm:spPr/>
      <dgm:t>
        <a:bodyPr/>
        <a:lstStyle/>
        <a:p>
          <a:endParaRPr lang="en-US"/>
        </a:p>
      </dgm:t>
    </dgm:pt>
    <dgm:pt modelId="{A41405F9-096E-4E18-AB4F-B0140F296836}">
      <dgm:prSet/>
      <dgm:spPr/>
      <dgm:t>
        <a:bodyPr/>
        <a:lstStyle/>
        <a:p>
          <a:r>
            <a:rPr lang="en-US" b="1" i="0" baseline="0"/>
            <a:t>Privacy concerns block the use of bank-synced apps</a:t>
          </a:r>
          <a:r>
            <a:rPr lang="en-US"/>
            <a:t>	</a:t>
          </a:r>
        </a:p>
      </dgm:t>
    </dgm:pt>
    <dgm:pt modelId="{5F521EBC-5E34-4397-B766-272E645180AA}" type="parTrans" cxnId="{53C8DE90-F67E-46F5-B3AC-073FF5A65382}">
      <dgm:prSet/>
      <dgm:spPr/>
      <dgm:t>
        <a:bodyPr/>
        <a:lstStyle/>
        <a:p>
          <a:endParaRPr lang="en-US"/>
        </a:p>
      </dgm:t>
    </dgm:pt>
    <dgm:pt modelId="{F6603E33-B4FB-4422-A6F2-51FCEED67AD2}" type="sibTrans" cxnId="{53C8DE90-F67E-46F5-B3AC-073FF5A65382}">
      <dgm:prSet/>
      <dgm:spPr/>
      <dgm:t>
        <a:bodyPr/>
        <a:lstStyle/>
        <a:p>
          <a:endParaRPr lang="en-US"/>
        </a:p>
      </dgm:t>
    </dgm:pt>
    <dgm:pt modelId="{97F8E7CC-1867-4B1A-9F59-69A710145304}">
      <dgm:prSet/>
      <dgm:spPr/>
      <dgm:t>
        <a:bodyPr/>
        <a:lstStyle/>
        <a:p>
          <a:r>
            <a:rPr lang="en-US" b="0" i="0" baseline="0" dirty="0"/>
            <a:t>Users </a:t>
          </a:r>
          <a:r>
            <a:rPr lang="en-US" b="1" i="0" baseline="0" dirty="0"/>
            <a:t>hesitate</a:t>
          </a:r>
          <a:r>
            <a:rPr lang="en-US" b="0" i="0" baseline="0" dirty="0"/>
            <a:t> to give apps access to bank accounts, limiting automated tracking.</a:t>
          </a:r>
          <a:endParaRPr lang="en-US" dirty="0"/>
        </a:p>
      </dgm:t>
    </dgm:pt>
    <dgm:pt modelId="{11FEBF31-1513-490B-8532-9ADD38410161}" type="parTrans" cxnId="{6996AD49-5779-4D45-A0B9-402E2E0711A5}">
      <dgm:prSet/>
      <dgm:spPr/>
      <dgm:t>
        <a:bodyPr/>
        <a:lstStyle/>
        <a:p>
          <a:endParaRPr lang="en-US"/>
        </a:p>
      </dgm:t>
    </dgm:pt>
    <dgm:pt modelId="{89B86F8F-924F-4155-9FC3-DA2076C4A0FB}" type="sibTrans" cxnId="{6996AD49-5779-4D45-A0B9-402E2E0711A5}">
      <dgm:prSet/>
      <dgm:spPr/>
      <dgm:t>
        <a:bodyPr/>
        <a:lstStyle/>
        <a:p>
          <a:endParaRPr lang="en-US"/>
        </a:p>
      </dgm:t>
    </dgm:pt>
    <dgm:pt modelId="{957342E4-4517-4933-87DB-B78A8F3F2A3D}">
      <dgm:prSet/>
      <dgm:spPr/>
      <dgm:t>
        <a:bodyPr/>
        <a:lstStyle/>
        <a:p>
          <a:r>
            <a:rPr lang="en-US" b="1" i="0" baseline="0"/>
            <a:t>Household &amp; shared financial tracking is messy</a:t>
          </a:r>
          <a:r>
            <a:rPr lang="en-US"/>
            <a:t>	</a:t>
          </a:r>
        </a:p>
      </dgm:t>
    </dgm:pt>
    <dgm:pt modelId="{E86AF1D9-428B-4C46-9749-C48ABDE5AA66}" type="parTrans" cxnId="{5B476AB0-0CCA-46FB-87D7-457442A8A788}">
      <dgm:prSet/>
      <dgm:spPr/>
      <dgm:t>
        <a:bodyPr/>
        <a:lstStyle/>
        <a:p>
          <a:endParaRPr lang="en-US"/>
        </a:p>
      </dgm:t>
    </dgm:pt>
    <dgm:pt modelId="{3DDC5601-6535-48FF-9821-CCCA832FBAAD}" type="sibTrans" cxnId="{5B476AB0-0CCA-46FB-87D7-457442A8A788}">
      <dgm:prSet/>
      <dgm:spPr/>
      <dgm:t>
        <a:bodyPr/>
        <a:lstStyle/>
        <a:p>
          <a:endParaRPr lang="en-US"/>
        </a:p>
      </dgm:t>
    </dgm:pt>
    <dgm:pt modelId="{4BA53B49-A182-4090-9CAB-494093730B8B}">
      <dgm:prSet/>
      <dgm:spPr/>
      <dgm:t>
        <a:bodyPr/>
        <a:lstStyle/>
        <a:p>
          <a:r>
            <a:rPr lang="en-US" b="0" i="0" baseline="0" dirty="0"/>
            <a:t>Couples, roommates, and families find it </a:t>
          </a:r>
          <a:r>
            <a:rPr lang="en-US" b="1" i="0" baseline="0" dirty="0"/>
            <a:t>difficult to combine expenses</a:t>
          </a:r>
          <a:r>
            <a:rPr lang="en-US" b="0" i="0" baseline="0" dirty="0"/>
            <a:t>, categorize </a:t>
          </a:r>
          <a:r>
            <a:rPr lang="en-US" b="1" i="0" baseline="0" dirty="0"/>
            <a:t>needs vs wants, and manage goals</a:t>
          </a:r>
          <a:r>
            <a:rPr lang="en-US" b="0" i="0" baseline="0" dirty="0"/>
            <a:t>.</a:t>
          </a:r>
          <a:endParaRPr lang="en-US" dirty="0"/>
        </a:p>
      </dgm:t>
    </dgm:pt>
    <dgm:pt modelId="{7B8CE083-8078-4EB6-A6B8-711EAFC3516B}" type="parTrans" cxnId="{C5C69EAF-3B75-4AB2-93CE-A1BBB8574497}">
      <dgm:prSet/>
      <dgm:spPr/>
      <dgm:t>
        <a:bodyPr/>
        <a:lstStyle/>
        <a:p>
          <a:endParaRPr lang="en-US"/>
        </a:p>
      </dgm:t>
    </dgm:pt>
    <dgm:pt modelId="{FF91C154-BF50-43F9-907A-2351A64E4C68}" type="sibTrans" cxnId="{C5C69EAF-3B75-4AB2-93CE-A1BBB8574497}">
      <dgm:prSet/>
      <dgm:spPr/>
      <dgm:t>
        <a:bodyPr/>
        <a:lstStyle/>
        <a:p>
          <a:endParaRPr lang="en-US"/>
        </a:p>
      </dgm:t>
    </dgm:pt>
    <dgm:pt modelId="{D07A9BE8-4156-4D6C-8270-D20A2D44347A}">
      <dgm:prSet/>
      <dgm:spPr/>
      <dgm:t>
        <a:bodyPr/>
        <a:lstStyle/>
        <a:p>
          <a:r>
            <a:rPr lang="en-US" b="1" i="0" baseline="0"/>
            <a:t>Daily spending leaks go unnoticed</a:t>
          </a:r>
          <a:r>
            <a:rPr lang="en-US"/>
            <a:t>	</a:t>
          </a:r>
        </a:p>
      </dgm:t>
    </dgm:pt>
    <dgm:pt modelId="{CB55897B-2C80-4C59-B0C6-9109E0B327CA}" type="parTrans" cxnId="{45F9196C-FA68-4471-A2DB-F721C38460E7}">
      <dgm:prSet/>
      <dgm:spPr/>
      <dgm:t>
        <a:bodyPr/>
        <a:lstStyle/>
        <a:p>
          <a:endParaRPr lang="en-US"/>
        </a:p>
      </dgm:t>
    </dgm:pt>
    <dgm:pt modelId="{8C4DD0AA-3DAD-4C60-B617-E59E4B305988}" type="sibTrans" cxnId="{45F9196C-FA68-4471-A2DB-F721C38460E7}">
      <dgm:prSet/>
      <dgm:spPr/>
      <dgm:t>
        <a:bodyPr/>
        <a:lstStyle/>
        <a:p>
          <a:endParaRPr lang="en-US"/>
        </a:p>
      </dgm:t>
    </dgm:pt>
    <dgm:pt modelId="{9D3160C4-7130-4424-8ACF-57E7CCA7A613}">
      <dgm:prSet/>
      <dgm:spPr/>
      <dgm:t>
        <a:bodyPr/>
        <a:lstStyle/>
        <a:p>
          <a:r>
            <a:rPr lang="en-US" b="1" i="0" baseline="0" dirty="0"/>
            <a:t>Small, frequent purchases </a:t>
          </a:r>
          <a:r>
            <a:rPr lang="en-US" b="0" i="0" baseline="0" dirty="0"/>
            <a:t>and forgotten subscriptions </a:t>
          </a:r>
          <a:r>
            <a:rPr lang="en-US" b="1" i="0" baseline="0" dirty="0"/>
            <a:t>quietly drain significant amounts yearly.</a:t>
          </a:r>
          <a:endParaRPr lang="en-US" b="1" dirty="0"/>
        </a:p>
      </dgm:t>
    </dgm:pt>
    <dgm:pt modelId="{873AA645-A77E-481E-A85F-F0D60FDE6707}" type="parTrans" cxnId="{08BB3B0A-A715-449A-804F-7ACE9D22E343}">
      <dgm:prSet/>
      <dgm:spPr/>
      <dgm:t>
        <a:bodyPr/>
        <a:lstStyle/>
        <a:p>
          <a:endParaRPr lang="en-US"/>
        </a:p>
      </dgm:t>
    </dgm:pt>
    <dgm:pt modelId="{A1835D25-6451-46A1-9534-16C562FD95AC}" type="sibTrans" cxnId="{08BB3B0A-A715-449A-804F-7ACE9D22E343}">
      <dgm:prSet/>
      <dgm:spPr/>
      <dgm:t>
        <a:bodyPr/>
        <a:lstStyle/>
        <a:p>
          <a:endParaRPr lang="en-US"/>
        </a:p>
      </dgm:t>
    </dgm:pt>
    <dgm:pt modelId="{77A93AAB-E696-4951-A85A-2ED8B3C52836}">
      <dgm:prSet/>
      <dgm:spPr/>
      <dgm:t>
        <a:bodyPr/>
        <a:lstStyle/>
        <a:p>
          <a:r>
            <a:rPr lang="en-US" b="1" i="0" baseline="0"/>
            <a:t>Shared financial goals become misaligned</a:t>
          </a:r>
          <a:r>
            <a:rPr lang="en-US"/>
            <a:t>	</a:t>
          </a:r>
        </a:p>
      </dgm:t>
    </dgm:pt>
    <dgm:pt modelId="{67D1B25F-F2E5-431E-8253-724FF3BCF2E0}" type="parTrans" cxnId="{7B45B7E9-47F2-4099-9BE1-7ADE20192BC3}">
      <dgm:prSet/>
      <dgm:spPr/>
      <dgm:t>
        <a:bodyPr/>
        <a:lstStyle/>
        <a:p>
          <a:endParaRPr lang="en-US"/>
        </a:p>
      </dgm:t>
    </dgm:pt>
    <dgm:pt modelId="{F5B9382A-A9C6-475A-ADB2-57B5FA7CB930}" type="sibTrans" cxnId="{7B45B7E9-47F2-4099-9BE1-7ADE20192BC3}">
      <dgm:prSet/>
      <dgm:spPr/>
      <dgm:t>
        <a:bodyPr/>
        <a:lstStyle/>
        <a:p>
          <a:endParaRPr lang="en-US"/>
        </a:p>
      </dgm:t>
    </dgm:pt>
    <dgm:pt modelId="{3233399F-9E9F-4590-BFB4-65BCEDBABF24}">
      <dgm:prSet/>
      <dgm:spPr/>
      <dgm:t>
        <a:bodyPr/>
        <a:lstStyle/>
        <a:p>
          <a:r>
            <a:rPr lang="en-US" b="0" i="0" baseline="0" dirty="0"/>
            <a:t>Without tracking, households </a:t>
          </a:r>
          <a:r>
            <a:rPr lang="en-US" b="1" i="0" baseline="0" dirty="0"/>
            <a:t>lose clarity on priorities like saving for a home, education, or emergencies.</a:t>
          </a:r>
          <a:endParaRPr lang="en-US" b="1" dirty="0"/>
        </a:p>
      </dgm:t>
    </dgm:pt>
    <dgm:pt modelId="{10533C6A-2426-4B1C-B39A-E5EDBD3ADEF6}" type="parTrans" cxnId="{D2F7DEE5-8844-4677-BB9E-65FD61CA0009}">
      <dgm:prSet/>
      <dgm:spPr/>
      <dgm:t>
        <a:bodyPr/>
        <a:lstStyle/>
        <a:p>
          <a:endParaRPr lang="en-US"/>
        </a:p>
      </dgm:t>
    </dgm:pt>
    <dgm:pt modelId="{1A6553CD-CD65-486F-AEC2-584E91E7E195}" type="sibTrans" cxnId="{D2F7DEE5-8844-4677-BB9E-65FD61CA0009}">
      <dgm:prSet/>
      <dgm:spPr/>
      <dgm:t>
        <a:bodyPr/>
        <a:lstStyle/>
        <a:p>
          <a:endParaRPr lang="en-US"/>
        </a:p>
      </dgm:t>
    </dgm:pt>
    <dgm:pt modelId="{BE58455C-7249-4EB8-9DDF-42D1AFC30678}">
      <dgm:prSet/>
      <dgm:spPr/>
      <dgm:t>
        <a:bodyPr/>
        <a:lstStyle/>
        <a:p>
          <a:r>
            <a:rPr lang="en-US" b="1" i="0" baseline="0"/>
            <a:t>Untracked spending leads to debt spirals</a:t>
          </a:r>
          <a:endParaRPr lang="en-US"/>
        </a:p>
      </dgm:t>
    </dgm:pt>
    <dgm:pt modelId="{84451F20-00B5-45D9-A041-E175BBB471E6}" type="parTrans" cxnId="{BA1892AB-B72B-465A-B3DD-897AECC7D9EB}">
      <dgm:prSet/>
      <dgm:spPr/>
      <dgm:t>
        <a:bodyPr/>
        <a:lstStyle/>
        <a:p>
          <a:endParaRPr lang="en-US"/>
        </a:p>
      </dgm:t>
    </dgm:pt>
    <dgm:pt modelId="{5C6265BF-649E-487F-AA22-60C232855F5A}" type="sibTrans" cxnId="{BA1892AB-B72B-465A-B3DD-897AECC7D9EB}">
      <dgm:prSet/>
      <dgm:spPr/>
      <dgm:t>
        <a:bodyPr/>
        <a:lstStyle/>
        <a:p>
          <a:endParaRPr lang="en-US"/>
        </a:p>
      </dgm:t>
    </dgm:pt>
    <dgm:pt modelId="{CD9ED7E1-5998-4A22-9502-520BCF3C5096}">
      <dgm:prSet/>
      <dgm:spPr/>
      <dgm:t>
        <a:bodyPr/>
        <a:lstStyle/>
        <a:p>
          <a:r>
            <a:rPr lang="en-US" b="1" i="0" baseline="0" dirty="0"/>
            <a:t>Not knowing how much you can afford results</a:t>
          </a:r>
          <a:r>
            <a:rPr lang="en-US" b="0" i="0" baseline="0" dirty="0"/>
            <a:t> in </a:t>
          </a:r>
          <a:r>
            <a:rPr lang="en-US" b="1" i="0" baseline="0" dirty="0"/>
            <a:t>relying on credit cards </a:t>
          </a:r>
          <a:r>
            <a:rPr lang="en-US" b="0" i="0" baseline="0" dirty="0"/>
            <a:t>and accumulating </a:t>
          </a:r>
          <a:r>
            <a:rPr lang="en-US" b="1" i="0" baseline="0" dirty="0"/>
            <a:t>high-interest debt</a:t>
          </a:r>
          <a:r>
            <a:rPr lang="en-US" b="0" i="0" baseline="0" dirty="0"/>
            <a:t>.</a:t>
          </a:r>
          <a:endParaRPr lang="en-US" dirty="0"/>
        </a:p>
      </dgm:t>
    </dgm:pt>
    <dgm:pt modelId="{4EF8FC2B-79DF-4EE4-B18B-ED37C633E63D}" type="parTrans" cxnId="{ECDB101B-EC1A-4B5D-B5BF-5A4963C62BC0}">
      <dgm:prSet/>
      <dgm:spPr/>
      <dgm:t>
        <a:bodyPr/>
        <a:lstStyle/>
        <a:p>
          <a:endParaRPr lang="en-US"/>
        </a:p>
      </dgm:t>
    </dgm:pt>
    <dgm:pt modelId="{328366B6-CA78-43B6-BFAF-4069BC366FC5}" type="sibTrans" cxnId="{ECDB101B-EC1A-4B5D-B5BF-5A4963C62BC0}">
      <dgm:prSet/>
      <dgm:spPr/>
      <dgm:t>
        <a:bodyPr/>
        <a:lstStyle/>
        <a:p>
          <a:endParaRPr lang="en-US"/>
        </a:p>
      </dgm:t>
    </dgm:pt>
    <dgm:pt modelId="{39D8FF92-3A30-45F8-99D3-1C15D03352FC}">
      <dgm:prSet/>
      <dgm:spPr/>
      <dgm:t>
        <a:bodyPr/>
        <a:lstStyle/>
        <a:p>
          <a:r>
            <a:rPr lang="en-US" b="1" i="0" baseline="0" dirty="0"/>
            <a:t>Lack of visibility creates financial stress</a:t>
          </a:r>
          <a:endParaRPr lang="en-US" dirty="0"/>
        </a:p>
      </dgm:t>
    </dgm:pt>
    <dgm:pt modelId="{BBA544EE-C2A7-4CE2-A5B4-99CABEA4DFE8}" type="parTrans" cxnId="{46DE4B45-3C5F-485B-851D-74698931A027}">
      <dgm:prSet/>
      <dgm:spPr/>
      <dgm:t>
        <a:bodyPr/>
        <a:lstStyle/>
        <a:p>
          <a:endParaRPr lang="en-US"/>
        </a:p>
      </dgm:t>
    </dgm:pt>
    <dgm:pt modelId="{FB40B190-56BA-4BCF-8636-7834F14F366C}" type="sibTrans" cxnId="{46DE4B45-3C5F-485B-851D-74698931A027}">
      <dgm:prSet/>
      <dgm:spPr/>
      <dgm:t>
        <a:bodyPr/>
        <a:lstStyle/>
        <a:p>
          <a:endParaRPr lang="en-US"/>
        </a:p>
      </dgm:t>
    </dgm:pt>
    <dgm:pt modelId="{0912F99A-E08B-4C42-A67E-B2D8C3F7AEFE}">
      <dgm:prSet/>
      <dgm:spPr/>
      <dgm:t>
        <a:bodyPr/>
        <a:lstStyle/>
        <a:p>
          <a:r>
            <a:rPr lang="en-US" b="0" i="0" baseline="0" dirty="0"/>
            <a:t>The anxiety of “</a:t>
          </a:r>
          <a:r>
            <a:rPr lang="en-US" b="1" i="0" baseline="0" dirty="0"/>
            <a:t>where did my paycheck go</a:t>
          </a:r>
          <a:r>
            <a:rPr lang="en-US" b="0" i="0" baseline="0" dirty="0"/>
            <a:t>?” replaces control and confidence in financial planning</a:t>
          </a:r>
          <a:endParaRPr lang="en-US" dirty="0"/>
        </a:p>
      </dgm:t>
    </dgm:pt>
    <dgm:pt modelId="{B6E8D4DA-F72D-4551-8D30-B931A2576B08}" type="parTrans" cxnId="{680A0708-C036-4496-802D-61BC03027092}">
      <dgm:prSet/>
      <dgm:spPr/>
      <dgm:t>
        <a:bodyPr/>
        <a:lstStyle/>
        <a:p>
          <a:endParaRPr lang="en-US"/>
        </a:p>
      </dgm:t>
    </dgm:pt>
    <dgm:pt modelId="{3D7DAFA5-F07F-4E2A-B7AA-9860102634E8}" type="sibTrans" cxnId="{680A0708-C036-4496-802D-61BC03027092}">
      <dgm:prSet/>
      <dgm:spPr/>
      <dgm:t>
        <a:bodyPr/>
        <a:lstStyle/>
        <a:p>
          <a:endParaRPr lang="en-US"/>
        </a:p>
      </dgm:t>
    </dgm:pt>
    <dgm:pt modelId="{CBC16C70-07C3-4FD1-9357-738A7116F979}" type="pres">
      <dgm:prSet presAssocID="{061B1DED-BCF9-4409-9CEE-EE85D864865A}" presName="Name0" presStyleCnt="0">
        <dgm:presLayoutVars>
          <dgm:dir/>
          <dgm:animLvl val="lvl"/>
          <dgm:resizeHandles val="exact"/>
        </dgm:presLayoutVars>
      </dgm:prSet>
      <dgm:spPr/>
    </dgm:pt>
    <dgm:pt modelId="{82E1361D-8E85-480C-84B6-C72FA28A202D}" type="pres">
      <dgm:prSet presAssocID="{D163C9C8-A0A8-40F6-81F1-AAC2088A30E3}" presName="linNode" presStyleCnt="0"/>
      <dgm:spPr/>
    </dgm:pt>
    <dgm:pt modelId="{F5C5DFB0-F54B-49A0-A45C-9B6DEDCDE77C}" type="pres">
      <dgm:prSet presAssocID="{D163C9C8-A0A8-40F6-81F1-AAC2088A30E3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95224F9E-2858-41F9-89B5-7650D58406AA}" type="pres">
      <dgm:prSet presAssocID="{D163C9C8-A0A8-40F6-81F1-AAC2088A30E3}" presName="descendantText" presStyleLbl="alignAccFollowNode1" presStyleIdx="0" presStyleCnt="8">
        <dgm:presLayoutVars>
          <dgm:bulletEnabled val="1"/>
        </dgm:presLayoutVars>
      </dgm:prSet>
      <dgm:spPr/>
    </dgm:pt>
    <dgm:pt modelId="{B2D10003-F455-4EB6-9F6F-89B44783EEA0}" type="pres">
      <dgm:prSet presAssocID="{9319A536-88F2-4E0F-B2D4-C8D948E3FCB3}" presName="sp" presStyleCnt="0"/>
      <dgm:spPr/>
    </dgm:pt>
    <dgm:pt modelId="{678167BA-7D8A-4FA5-BBE6-7ED892D8F75B}" type="pres">
      <dgm:prSet presAssocID="{4274EF5B-0A3A-4B97-9490-D35AE5FC968F}" presName="linNode" presStyleCnt="0"/>
      <dgm:spPr/>
    </dgm:pt>
    <dgm:pt modelId="{DABBBC74-41B8-41EF-BE63-AFFE8F362D09}" type="pres">
      <dgm:prSet presAssocID="{4274EF5B-0A3A-4B97-9490-D35AE5FC968F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F0C57604-0A9E-42DB-95A1-0BA96A90E1DB}" type="pres">
      <dgm:prSet presAssocID="{4274EF5B-0A3A-4B97-9490-D35AE5FC968F}" presName="descendantText" presStyleLbl="alignAccFollowNode1" presStyleIdx="1" presStyleCnt="8">
        <dgm:presLayoutVars>
          <dgm:bulletEnabled val="1"/>
        </dgm:presLayoutVars>
      </dgm:prSet>
      <dgm:spPr/>
    </dgm:pt>
    <dgm:pt modelId="{F4F0C63E-01F8-48B9-98F7-C107EAF69E0D}" type="pres">
      <dgm:prSet presAssocID="{D97B5E67-FA7E-4BCD-B4EC-FF334FCCE983}" presName="sp" presStyleCnt="0"/>
      <dgm:spPr/>
    </dgm:pt>
    <dgm:pt modelId="{001F1A03-CBFA-40A6-A32B-DC25979630DB}" type="pres">
      <dgm:prSet presAssocID="{A41405F9-096E-4E18-AB4F-B0140F296836}" presName="linNode" presStyleCnt="0"/>
      <dgm:spPr/>
    </dgm:pt>
    <dgm:pt modelId="{0C94CA6A-3E01-4456-89D9-4ACE71EB06BA}" type="pres">
      <dgm:prSet presAssocID="{A41405F9-096E-4E18-AB4F-B0140F296836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DD3C5526-5897-4C80-91C2-18B8AB527D8C}" type="pres">
      <dgm:prSet presAssocID="{A41405F9-096E-4E18-AB4F-B0140F296836}" presName="descendantText" presStyleLbl="alignAccFollowNode1" presStyleIdx="2" presStyleCnt="8">
        <dgm:presLayoutVars>
          <dgm:bulletEnabled val="1"/>
        </dgm:presLayoutVars>
      </dgm:prSet>
      <dgm:spPr/>
    </dgm:pt>
    <dgm:pt modelId="{CFE652BC-5019-49DC-AD1F-C410C52161AD}" type="pres">
      <dgm:prSet presAssocID="{F6603E33-B4FB-4422-A6F2-51FCEED67AD2}" presName="sp" presStyleCnt="0"/>
      <dgm:spPr/>
    </dgm:pt>
    <dgm:pt modelId="{B7811533-729F-4FF5-A386-60AB96828667}" type="pres">
      <dgm:prSet presAssocID="{957342E4-4517-4933-87DB-B78A8F3F2A3D}" presName="linNode" presStyleCnt="0"/>
      <dgm:spPr/>
    </dgm:pt>
    <dgm:pt modelId="{CEE62614-ADDF-4081-A7BB-AAF9E0F72729}" type="pres">
      <dgm:prSet presAssocID="{957342E4-4517-4933-87DB-B78A8F3F2A3D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9EF6C1AB-93A9-4C68-A62F-C57B8B64BAC7}" type="pres">
      <dgm:prSet presAssocID="{957342E4-4517-4933-87DB-B78A8F3F2A3D}" presName="descendantText" presStyleLbl="alignAccFollowNode1" presStyleIdx="3" presStyleCnt="8">
        <dgm:presLayoutVars>
          <dgm:bulletEnabled val="1"/>
        </dgm:presLayoutVars>
      </dgm:prSet>
      <dgm:spPr/>
    </dgm:pt>
    <dgm:pt modelId="{923B893B-8744-4C16-945C-55CAFA17D6E2}" type="pres">
      <dgm:prSet presAssocID="{3DDC5601-6535-48FF-9821-CCCA832FBAAD}" presName="sp" presStyleCnt="0"/>
      <dgm:spPr/>
    </dgm:pt>
    <dgm:pt modelId="{D20161C0-A0F9-46F1-8952-4E25CA975BC0}" type="pres">
      <dgm:prSet presAssocID="{D07A9BE8-4156-4D6C-8270-D20A2D44347A}" presName="linNode" presStyleCnt="0"/>
      <dgm:spPr/>
    </dgm:pt>
    <dgm:pt modelId="{3DC41643-8417-4169-8B50-77C7759A82EF}" type="pres">
      <dgm:prSet presAssocID="{D07A9BE8-4156-4D6C-8270-D20A2D44347A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694DAEF1-2650-4185-AFE0-C7EB6F913F74}" type="pres">
      <dgm:prSet presAssocID="{D07A9BE8-4156-4D6C-8270-D20A2D44347A}" presName="descendantText" presStyleLbl="alignAccFollowNode1" presStyleIdx="4" presStyleCnt="8">
        <dgm:presLayoutVars>
          <dgm:bulletEnabled val="1"/>
        </dgm:presLayoutVars>
      </dgm:prSet>
      <dgm:spPr/>
    </dgm:pt>
    <dgm:pt modelId="{2F156959-DC45-40D2-BD93-1ED738D50C22}" type="pres">
      <dgm:prSet presAssocID="{8C4DD0AA-3DAD-4C60-B617-E59E4B305988}" presName="sp" presStyleCnt="0"/>
      <dgm:spPr/>
    </dgm:pt>
    <dgm:pt modelId="{7B738AAB-71AB-400D-902B-0A36827120BA}" type="pres">
      <dgm:prSet presAssocID="{77A93AAB-E696-4951-A85A-2ED8B3C52836}" presName="linNode" presStyleCnt="0"/>
      <dgm:spPr/>
    </dgm:pt>
    <dgm:pt modelId="{B8F6D569-1C4C-4DC0-8F5E-1FBA85067600}" type="pres">
      <dgm:prSet presAssocID="{77A93AAB-E696-4951-A85A-2ED8B3C52836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EC2C5D71-DD4F-47D7-8317-BFBBFC03EED5}" type="pres">
      <dgm:prSet presAssocID="{77A93AAB-E696-4951-A85A-2ED8B3C52836}" presName="descendantText" presStyleLbl="alignAccFollowNode1" presStyleIdx="5" presStyleCnt="8">
        <dgm:presLayoutVars>
          <dgm:bulletEnabled val="1"/>
        </dgm:presLayoutVars>
      </dgm:prSet>
      <dgm:spPr/>
    </dgm:pt>
    <dgm:pt modelId="{99CDF283-75DC-4A59-A8B2-596867803DA6}" type="pres">
      <dgm:prSet presAssocID="{F5B9382A-A9C6-475A-ADB2-57B5FA7CB930}" presName="sp" presStyleCnt="0"/>
      <dgm:spPr/>
    </dgm:pt>
    <dgm:pt modelId="{F7D18527-A9F7-4E55-9492-6FD427BE8971}" type="pres">
      <dgm:prSet presAssocID="{BE58455C-7249-4EB8-9DDF-42D1AFC30678}" presName="linNode" presStyleCnt="0"/>
      <dgm:spPr/>
    </dgm:pt>
    <dgm:pt modelId="{0DC29F6A-690E-4350-ABCB-B6B850965685}" type="pres">
      <dgm:prSet presAssocID="{BE58455C-7249-4EB8-9DDF-42D1AFC30678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DBEE3F5D-A82D-4AED-A2DA-49986DA47FE2}" type="pres">
      <dgm:prSet presAssocID="{BE58455C-7249-4EB8-9DDF-42D1AFC30678}" presName="descendantText" presStyleLbl="alignAccFollowNode1" presStyleIdx="6" presStyleCnt="8">
        <dgm:presLayoutVars>
          <dgm:bulletEnabled val="1"/>
        </dgm:presLayoutVars>
      </dgm:prSet>
      <dgm:spPr/>
    </dgm:pt>
    <dgm:pt modelId="{8C30D43F-8EE2-4AF6-BE88-E62AD823F46C}" type="pres">
      <dgm:prSet presAssocID="{5C6265BF-649E-487F-AA22-60C232855F5A}" presName="sp" presStyleCnt="0"/>
      <dgm:spPr/>
    </dgm:pt>
    <dgm:pt modelId="{3308439A-6666-49D9-B724-3A68A2842BA8}" type="pres">
      <dgm:prSet presAssocID="{39D8FF92-3A30-45F8-99D3-1C15D03352FC}" presName="linNode" presStyleCnt="0"/>
      <dgm:spPr/>
    </dgm:pt>
    <dgm:pt modelId="{E2BF6D7B-933B-4258-ABE4-0EDBD0090FEC}" type="pres">
      <dgm:prSet presAssocID="{39D8FF92-3A30-45F8-99D3-1C15D03352FC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FEB287BA-BC0A-4D12-B0CC-F4AAEA654E01}" type="pres">
      <dgm:prSet presAssocID="{39D8FF92-3A30-45F8-99D3-1C15D03352FC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680A0708-C036-4496-802D-61BC03027092}" srcId="{39D8FF92-3A30-45F8-99D3-1C15D03352FC}" destId="{0912F99A-E08B-4C42-A67E-B2D8C3F7AEFE}" srcOrd="0" destOrd="0" parTransId="{B6E8D4DA-F72D-4551-8D30-B931A2576B08}" sibTransId="{3D7DAFA5-F07F-4E2A-B7AA-9860102634E8}"/>
    <dgm:cxn modelId="{08BB3B0A-A715-449A-804F-7ACE9D22E343}" srcId="{D07A9BE8-4156-4D6C-8270-D20A2D44347A}" destId="{9D3160C4-7130-4424-8ACF-57E7CCA7A613}" srcOrd="0" destOrd="0" parTransId="{873AA645-A77E-481E-A85F-F0D60FDE6707}" sibTransId="{A1835D25-6451-46A1-9534-16C562FD95AC}"/>
    <dgm:cxn modelId="{ECDB101B-EC1A-4B5D-B5BF-5A4963C62BC0}" srcId="{BE58455C-7249-4EB8-9DDF-42D1AFC30678}" destId="{CD9ED7E1-5998-4A22-9502-520BCF3C5096}" srcOrd="0" destOrd="0" parTransId="{4EF8FC2B-79DF-4EE4-B18B-ED37C633E63D}" sibTransId="{328366B6-CA78-43B6-BFAF-4069BC366FC5}"/>
    <dgm:cxn modelId="{F57D642A-703F-4DFB-9922-34C8C81021B7}" type="presOf" srcId="{97F8E7CC-1867-4B1A-9F59-69A710145304}" destId="{DD3C5526-5897-4C80-91C2-18B8AB527D8C}" srcOrd="0" destOrd="0" presId="urn:microsoft.com/office/officeart/2005/8/layout/vList5"/>
    <dgm:cxn modelId="{0788132E-64F2-4B6B-A692-82A5D3093631}" type="presOf" srcId="{BE58455C-7249-4EB8-9DDF-42D1AFC30678}" destId="{0DC29F6A-690E-4350-ABCB-B6B850965685}" srcOrd="0" destOrd="0" presId="urn:microsoft.com/office/officeart/2005/8/layout/vList5"/>
    <dgm:cxn modelId="{C27F6B2F-AFE3-49E7-AA88-500280BDD8C3}" type="presOf" srcId="{4274EF5B-0A3A-4B97-9490-D35AE5FC968F}" destId="{DABBBC74-41B8-41EF-BE63-AFFE8F362D09}" srcOrd="0" destOrd="0" presId="urn:microsoft.com/office/officeart/2005/8/layout/vList5"/>
    <dgm:cxn modelId="{6E794739-7185-4902-8D02-2A3A05133B65}" type="presOf" srcId="{C41C78E7-0BDD-4B0E-9F20-08472E0C33F0}" destId="{F0C57604-0A9E-42DB-95A1-0BA96A90E1DB}" srcOrd="0" destOrd="0" presId="urn:microsoft.com/office/officeart/2005/8/layout/vList5"/>
    <dgm:cxn modelId="{C4FC6E3A-F30C-4ADC-A585-A6D0CEE1AAC5}" type="presOf" srcId="{4BA53B49-A182-4090-9CAB-494093730B8B}" destId="{9EF6C1AB-93A9-4C68-A62F-C57B8B64BAC7}" srcOrd="0" destOrd="0" presId="urn:microsoft.com/office/officeart/2005/8/layout/vList5"/>
    <dgm:cxn modelId="{9304183C-E1AC-4AE8-A554-6FF8A6687499}" type="presOf" srcId="{061B1DED-BCF9-4409-9CEE-EE85D864865A}" destId="{CBC16C70-07C3-4FD1-9357-738A7116F979}" srcOrd="0" destOrd="0" presId="urn:microsoft.com/office/officeart/2005/8/layout/vList5"/>
    <dgm:cxn modelId="{D922075E-E7B4-4A46-A74A-5C053158768F}" type="presOf" srcId="{D07A9BE8-4156-4D6C-8270-D20A2D44347A}" destId="{3DC41643-8417-4169-8B50-77C7759A82EF}" srcOrd="0" destOrd="0" presId="urn:microsoft.com/office/officeart/2005/8/layout/vList5"/>
    <dgm:cxn modelId="{3BEF2643-0AB6-49CB-808E-62CA8F3084E8}" type="presOf" srcId="{4F8C62A7-241F-4AAF-A810-527D5548D931}" destId="{95224F9E-2858-41F9-89B5-7650D58406AA}" srcOrd="0" destOrd="0" presId="urn:microsoft.com/office/officeart/2005/8/layout/vList5"/>
    <dgm:cxn modelId="{46DE4B45-3C5F-485B-851D-74698931A027}" srcId="{061B1DED-BCF9-4409-9CEE-EE85D864865A}" destId="{39D8FF92-3A30-45F8-99D3-1C15D03352FC}" srcOrd="7" destOrd="0" parTransId="{BBA544EE-C2A7-4CE2-A5B4-99CABEA4DFE8}" sibTransId="{FB40B190-56BA-4BCF-8636-7834F14F366C}"/>
    <dgm:cxn modelId="{628D6D46-DC76-446D-B1F1-B8DF30408987}" type="presOf" srcId="{D163C9C8-A0A8-40F6-81F1-AAC2088A30E3}" destId="{F5C5DFB0-F54B-49A0-A45C-9B6DEDCDE77C}" srcOrd="0" destOrd="0" presId="urn:microsoft.com/office/officeart/2005/8/layout/vList5"/>
    <dgm:cxn modelId="{6996AD49-5779-4D45-A0B9-402E2E0711A5}" srcId="{A41405F9-096E-4E18-AB4F-B0140F296836}" destId="{97F8E7CC-1867-4B1A-9F59-69A710145304}" srcOrd="0" destOrd="0" parTransId="{11FEBF31-1513-490B-8532-9ADD38410161}" sibTransId="{89B86F8F-924F-4155-9FC3-DA2076C4A0FB}"/>
    <dgm:cxn modelId="{45F9196C-FA68-4471-A2DB-F721C38460E7}" srcId="{061B1DED-BCF9-4409-9CEE-EE85D864865A}" destId="{D07A9BE8-4156-4D6C-8270-D20A2D44347A}" srcOrd="4" destOrd="0" parTransId="{CB55897B-2C80-4C59-B0C6-9109E0B327CA}" sibTransId="{8C4DD0AA-3DAD-4C60-B617-E59E4B305988}"/>
    <dgm:cxn modelId="{8EC17E74-2FFE-4BDE-8A50-57BB95F0F1F4}" srcId="{D163C9C8-A0A8-40F6-81F1-AAC2088A30E3}" destId="{4F8C62A7-241F-4AAF-A810-527D5548D931}" srcOrd="0" destOrd="0" parTransId="{2AF8DBD5-BCF0-4760-A92C-E4C230F8CD99}" sibTransId="{CCD2833D-FBC6-47F2-BE60-EF67814FBC9E}"/>
    <dgm:cxn modelId="{D1566258-CAD4-41DA-AEA3-E4F3EF5E67F9}" type="presOf" srcId="{39D8FF92-3A30-45F8-99D3-1C15D03352FC}" destId="{E2BF6D7B-933B-4258-ABE4-0EDBD0090FEC}" srcOrd="0" destOrd="0" presId="urn:microsoft.com/office/officeart/2005/8/layout/vList5"/>
    <dgm:cxn modelId="{25D3F47C-12FA-4887-AC3C-E593403BE6F8}" type="presOf" srcId="{CD9ED7E1-5998-4A22-9502-520BCF3C5096}" destId="{DBEE3F5D-A82D-4AED-A2DA-49986DA47FE2}" srcOrd="0" destOrd="0" presId="urn:microsoft.com/office/officeart/2005/8/layout/vList5"/>
    <dgm:cxn modelId="{53C8DE90-F67E-46F5-B3AC-073FF5A65382}" srcId="{061B1DED-BCF9-4409-9CEE-EE85D864865A}" destId="{A41405F9-096E-4E18-AB4F-B0140F296836}" srcOrd="2" destOrd="0" parTransId="{5F521EBC-5E34-4397-B766-272E645180AA}" sibTransId="{F6603E33-B4FB-4422-A6F2-51FCEED67AD2}"/>
    <dgm:cxn modelId="{C3DFD095-37AB-4D1D-AE87-B3DE33D53442}" type="presOf" srcId="{A41405F9-096E-4E18-AB4F-B0140F296836}" destId="{0C94CA6A-3E01-4456-89D9-4ACE71EB06BA}" srcOrd="0" destOrd="0" presId="urn:microsoft.com/office/officeart/2005/8/layout/vList5"/>
    <dgm:cxn modelId="{0010E1A0-B88C-4CBA-BFE5-96DE92C6546C}" srcId="{061B1DED-BCF9-4409-9CEE-EE85D864865A}" destId="{D163C9C8-A0A8-40F6-81F1-AAC2088A30E3}" srcOrd="0" destOrd="0" parTransId="{DC878A7A-3312-47EA-A671-1296FA0C0AD5}" sibTransId="{9319A536-88F2-4E0F-B2D4-C8D948E3FCB3}"/>
    <dgm:cxn modelId="{738908A3-C98B-4E90-AE0E-52DB9CEE4AD8}" type="presOf" srcId="{3233399F-9E9F-4590-BFB4-65BCEDBABF24}" destId="{EC2C5D71-DD4F-47D7-8317-BFBBFC03EED5}" srcOrd="0" destOrd="0" presId="urn:microsoft.com/office/officeart/2005/8/layout/vList5"/>
    <dgm:cxn modelId="{D634C5A4-CBF9-4995-9D99-374F548DFE64}" type="presOf" srcId="{9D3160C4-7130-4424-8ACF-57E7CCA7A613}" destId="{694DAEF1-2650-4185-AFE0-C7EB6F913F74}" srcOrd="0" destOrd="0" presId="urn:microsoft.com/office/officeart/2005/8/layout/vList5"/>
    <dgm:cxn modelId="{2C9BA5A6-C4DD-4ADD-A217-307BBEFF5286}" type="presOf" srcId="{957342E4-4517-4933-87DB-B78A8F3F2A3D}" destId="{CEE62614-ADDF-4081-A7BB-AAF9E0F72729}" srcOrd="0" destOrd="0" presId="urn:microsoft.com/office/officeart/2005/8/layout/vList5"/>
    <dgm:cxn modelId="{BA1892AB-B72B-465A-B3DD-897AECC7D9EB}" srcId="{061B1DED-BCF9-4409-9CEE-EE85D864865A}" destId="{BE58455C-7249-4EB8-9DDF-42D1AFC30678}" srcOrd="6" destOrd="0" parTransId="{84451F20-00B5-45D9-A041-E175BBB471E6}" sibTransId="{5C6265BF-649E-487F-AA22-60C232855F5A}"/>
    <dgm:cxn modelId="{C5C69EAF-3B75-4AB2-93CE-A1BBB8574497}" srcId="{957342E4-4517-4933-87DB-B78A8F3F2A3D}" destId="{4BA53B49-A182-4090-9CAB-494093730B8B}" srcOrd="0" destOrd="0" parTransId="{7B8CE083-8078-4EB6-A6B8-711EAFC3516B}" sibTransId="{FF91C154-BF50-43F9-907A-2351A64E4C68}"/>
    <dgm:cxn modelId="{5B476AB0-0CCA-46FB-87D7-457442A8A788}" srcId="{061B1DED-BCF9-4409-9CEE-EE85D864865A}" destId="{957342E4-4517-4933-87DB-B78A8F3F2A3D}" srcOrd="3" destOrd="0" parTransId="{E86AF1D9-428B-4C46-9749-C48ABDE5AA66}" sibTransId="{3DDC5601-6535-48FF-9821-CCCA832FBAAD}"/>
    <dgm:cxn modelId="{68A0EEB5-8D51-448A-9FC1-E8066D9DA2D5}" type="presOf" srcId="{0912F99A-E08B-4C42-A67E-B2D8C3F7AEFE}" destId="{FEB287BA-BC0A-4D12-B0CC-F4AAEA654E01}" srcOrd="0" destOrd="0" presId="urn:microsoft.com/office/officeart/2005/8/layout/vList5"/>
    <dgm:cxn modelId="{5C78ECD5-B355-4933-924A-DF429216BD5D}" type="presOf" srcId="{77A93AAB-E696-4951-A85A-2ED8B3C52836}" destId="{B8F6D569-1C4C-4DC0-8F5E-1FBA85067600}" srcOrd="0" destOrd="0" presId="urn:microsoft.com/office/officeart/2005/8/layout/vList5"/>
    <dgm:cxn modelId="{D2F7DEE5-8844-4677-BB9E-65FD61CA0009}" srcId="{77A93AAB-E696-4951-A85A-2ED8B3C52836}" destId="{3233399F-9E9F-4590-BFB4-65BCEDBABF24}" srcOrd="0" destOrd="0" parTransId="{10533C6A-2426-4B1C-B39A-E5EDBD3ADEF6}" sibTransId="{1A6553CD-CD65-486F-AEC2-584E91E7E195}"/>
    <dgm:cxn modelId="{7B45B7E9-47F2-4099-9BE1-7ADE20192BC3}" srcId="{061B1DED-BCF9-4409-9CEE-EE85D864865A}" destId="{77A93AAB-E696-4951-A85A-2ED8B3C52836}" srcOrd="5" destOrd="0" parTransId="{67D1B25F-F2E5-431E-8253-724FF3BCF2E0}" sibTransId="{F5B9382A-A9C6-475A-ADB2-57B5FA7CB930}"/>
    <dgm:cxn modelId="{AD07EBEC-1639-4C63-B0B5-6D01FC4C5BB1}" srcId="{4274EF5B-0A3A-4B97-9490-D35AE5FC968F}" destId="{C41C78E7-0BDD-4B0E-9F20-08472E0C33F0}" srcOrd="0" destOrd="0" parTransId="{D819848E-2087-4EEF-BE2B-D1FACA15EBB5}" sibTransId="{E0766DD4-B5E6-42C2-8D15-32FB58AB7F02}"/>
    <dgm:cxn modelId="{C21A3AFB-2E0A-4E8F-AFE3-B87E73EA4282}" srcId="{061B1DED-BCF9-4409-9CEE-EE85D864865A}" destId="{4274EF5B-0A3A-4B97-9490-D35AE5FC968F}" srcOrd="1" destOrd="0" parTransId="{84196124-9ADF-4ED1-BF15-EBA59DC63FFB}" sibTransId="{D97B5E67-FA7E-4BCD-B4EC-FF334FCCE983}"/>
    <dgm:cxn modelId="{FB9BCFB6-933D-4DF5-AF5D-004342BF02FE}" type="presParOf" srcId="{CBC16C70-07C3-4FD1-9357-738A7116F979}" destId="{82E1361D-8E85-480C-84B6-C72FA28A202D}" srcOrd="0" destOrd="0" presId="urn:microsoft.com/office/officeart/2005/8/layout/vList5"/>
    <dgm:cxn modelId="{F3F64FDC-3CC5-4B4C-AB09-917F70AEDBD3}" type="presParOf" srcId="{82E1361D-8E85-480C-84B6-C72FA28A202D}" destId="{F5C5DFB0-F54B-49A0-A45C-9B6DEDCDE77C}" srcOrd="0" destOrd="0" presId="urn:microsoft.com/office/officeart/2005/8/layout/vList5"/>
    <dgm:cxn modelId="{A0BB269E-8346-4BA1-A1BC-ABE4F43C0886}" type="presParOf" srcId="{82E1361D-8E85-480C-84B6-C72FA28A202D}" destId="{95224F9E-2858-41F9-89B5-7650D58406AA}" srcOrd="1" destOrd="0" presId="urn:microsoft.com/office/officeart/2005/8/layout/vList5"/>
    <dgm:cxn modelId="{170785DF-4B6A-4D99-B863-BEB236BD1B8C}" type="presParOf" srcId="{CBC16C70-07C3-4FD1-9357-738A7116F979}" destId="{B2D10003-F455-4EB6-9F6F-89B44783EEA0}" srcOrd="1" destOrd="0" presId="urn:microsoft.com/office/officeart/2005/8/layout/vList5"/>
    <dgm:cxn modelId="{566C9BB9-8864-47DD-B7A9-DA62B2F924D8}" type="presParOf" srcId="{CBC16C70-07C3-4FD1-9357-738A7116F979}" destId="{678167BA-7D8A-4FA5-BBE6-7ED892D8F75B}" srcOrd="2" destOrd="0" presId="urn:microsoft.com/office/officeart/2005/8/layout/vList5"/>
    <dgm:cxn modelId="{DC9A1E98-5D4D-44D2-B212-263B91AC317C}" type="presParOf" srcId="{678167BA-7D8A-4FA5-BBE6-7ED892D8F75B}" destId="{DABBBC74-41B8-41EF-BE63-AFFE8F362D09}" srcOrd="0" destOrd="0" presId="urn:microsoft.com/office/officeart/2005/8/layout/vList5"/>
    <dgm:cxn modelId="{B6A1D37D-EDE3-4214-895C-CF479F018171}" type="presParOf" srcId="{678167BA-7D8A-4FA5-BBE6-7ED892D8F75B}" destId="{F0C57604-0A9E-42DB-95A1-0BA96A90E1DB}" srcOrd="1" destOrd="0" presId="urn:microsoft.com/office/officeart/2005/8/layout/vList5"/>
    <dgm:cxn modelId="{C554A443-C1EC-4DE4-A75D-BD7AD0B5BC55}" type="presParOf" srcId="{CBC16C70-07C3-4FD1-9357-738A7116F979}" destId="{F4F0C63E-01F8-48B9-98F7-C107EAF69E0D}" srcOrd="3" destOrd="0" presId="urn:microsoft.com/office/officeart/2005/8/layout/vList5"/>
    <dgm:cxn modelId="{858018EA-6BB8-4498-8D09-4E383DCDB523}" type="presParOf" srcId="{CBC16C70-07C3-4FD1-9357-738A7116F979}" destId="{001F1A03-CBFA-40A6-A32B-DC25979630DB}" srcOrd="4" destOrd="0" presId="urn:microsoft.com/office/officeart/2005/8/layout/vList5"/>
    <dgm:cxn modelId="{20ED2EC1-0DEE-46A2-817A-CA2B738CCD96}" type="presParOf" srcId="{001F1A03-CBFA-40A6-A32B-DC25979630DB}" destId="{0C94CA6A-3E01-4456-89D9-4ACE71EB06BA}" srcOrd="0" destOrd="0" presId="urn:microsoft.com/office/officeart/2005/8/layout/vList5"/>
    <dgm:cxn modelId="{7CFF657F-6596-4EB0-8B7D-2A34A0EBCBB5}" type="presParOf" srcId="{001F1A03-CBFA-40A6-A32B-DC25979630DB}" destId="{DD3C5526-5897-4C80-91C2-18B8AB527D8C}" srcOrd="1" destOrd="0" presId="urn:microsoft.com/office/officeart/2005/8/layout/vList5"/>
    <dgm:cxn modelId="{03B0519E-D9F4-4422-8098-A771F9283A3C}" type="presParOf" srcId="{CBC16C70-07C3-4FD1-9357-738A7116F979}" destId="{CFE652BC-5019-49DC-AD1F-C410C52161AD}" srcOrd="5" destOrd="0" presId="urn:microsoft.com/office/officeart/2005/8/layout/vList5"/>
    <dgm:cxn modelId="{2CA82EAD-59EE-47B4-A947-9C2DA42C62C3}" type="presParOf" srcId="{CBC16C70-07C3-4FD1-9357-738A7116F979}" destId="{B7811533-729F-4FF5-A386-60AB96828667}" srcOrd="6" destOrd="0" presId="urn:microsoft.com/office/officeart/2005/8/layout/vList5"/>
    <dgm:cxn modelId="{A9BCD1CC-41C4-4E61-A631-AAA31F22D018}" type="presParOf" srcId="{B7811533-729F-4FF5-A386-60AB96828667}" destId="{CEE62614-ADDF-4081-A7BB-AAF9E0F72729}" srcOrd="0" destOrd="0" presId="urn:microsoft.com/office/officeart/2005/8/layout/vList5"/>
    <dgm:cxn modelId="{18832B72-AB63-48A1-B051-87FDAE02ACA6}" type="presParOf" srcId="{B7811533-729F-4FF5-A386-60AB96828667}" destId="{9EF6C1AB-93A9-4C68-A62F-C57B8B64BAC7}" srcOrd="1" destOrd="0" presId="urn:microsoft.com/office/officeart/2005/8/layout/vList5"/>
    <dgm:cxn modelId="{0311F7CA-24BD-4C40-B93C-499E38D191EE}" type="presParOf" srcId="{CBC16C70-07C3-4FD1-9357-738A7116F979}" destId="{923B893B-8744-4C16-945C-55CAFA17D6E2}" srcOrd="7" destOrd="0" presId="urn:microsoft.com/office/officeart/2005/8/layout/vList5"/>
    <dgm:cxn modelId="{74C3E189-9FE2-485F-933A-D2614A702108}" type="presParOf" srcId="{CBC16C70-07C3-4FD1-9357-738A7116F979}" destId="{D20161C0-A0F9-46F1-8952-4E25CA975BC0}" srcOrd="8" destOrd="0" presId="urn:microsoft.com/office/officeart/2005/8/layout/vList5"/>
    <dgm:cxn modelId="{2B8DEB55-7FAA-46D6-8CA0-1D0692B9B5C6}" type="presParOf" srcId="{D20161C0-A0F9-46F1-8952-4E25CA975BC0}" destId="{3DC41643-8417-4169-8B50-77C7759A82EF}" srcOrd="0" destOrd="0" presId="urn:microsoft.com/office/officeart/2005/8/layout/vList5"/>
    <dgm:cxn modelId="{F623009F-42B8-43C9-921C-C6948A5B1442}" type="presParOf" srcId="{D20161C0-A0F9-46F1-8952-4E25CA975BC0}" destId="{694DAEF1-2650-4185-AFE0-C7EB6F913F74}" srcOrd="1" destOrd="0" presId="urn:microsoft.com/office/officeart/2005/8/layout/vList5"/>
    <dgm:cxn modelId="{85BEB4CE-C1CC-438D-9CED-9A567C06607D}" type="presParOf" srcId="{CBC16C70-07C3-4FD1-9357-738A7116F979}" destId="{2F156959-DC45-40D2-BD93-1ED738D50C22}" srcOrd="9" destOrd="0" presId="urn:microsoft.com/office/officeart/2005/8/layout/vList5"/>
    <dgm:cxn modelId="{2B9A952C-FDF4-45A1-A281-FEF4CD4C99D9}" type="presParOf" srcId="{CBC16C70-07C3-4FD1-9357-738A7116F979}" destId="{7B738AAB-71AB-400D-902B-0A36827120BA}" srcOrd="10" destOrd="0" presId="urn:microsoft.com/office/officeart/2005/8/layout/vList5"/>
    <dgm:cxn modelId="{3F2FC85F-2738-46D4-BBA7-F064EA035DFD}" type="presParOf" srcId="{7B738AAB-71AB-400D-902B-0A36827120BA}" destId="{B8F6D569-1C4C-4DC0-8F5E-1FBA85067600}" srcOrd="0" destOrd="0" presId="urn:microsoft.com/office/officeart/2005/8/layout/vList5"/>
    <dgm:cxn modelId="{90A6878B-3876-4B74-92D3-46EC6D4B7B26}" type="presParOf" srcId="{7B738AAB-71AB-400D-902B-0A36827120BA}" destId="{EC2C5D71-DD4F-47D7-8317-BFBBFC03EED5}" srcOrd="1" destOrd="0" presId="urn:microsoft.com/office/officeart/2005/8/layout/vList5"/>
    <dgm:cxn modelId="{80408F14-E320-4FA9-AC6B-FF0BA338BD3C}" type="presParOf" srcId="{CBC16C70-07C3-4FD1-9357-738A7116F979}" destId="{99CDF283-75DC-4A59-A8B2-596867803DA6}" srcOrd="11" destOrd="0" presId="urn:microsoft.com/office/officeart/2005/8/layout/vList5"/>
    <dgm:cxn modelId="{969BE3D7-5F73-4F3A-BF99-B08BD8DAE4E8}" type="presParOf" srcId="{CBC16C70-07C3-4FD1-9357-738A7116F979}" destId="{F7D18527-A9F7-4E55-9492-6FD427BE8971}" srcOrd="12" destOrd="0" presId="urn:microsoft.com/office/officeart/2005/8/layout/vList5"/>
    <dgm:cxn modelId="{A44FFAE7-1CC1-4FD7-BCA8-E067861A814E}" type="presParOf" srcId="{F7D18527-A9F7-4E55-9492-6FD427BE8971}" destId="{0DC29F6A-690E-4350-ABCB-B6B850965685}" srcOrd="0" destOrd="0" presId="urn:microsoft.com/office/officeart/2005/8/layout/vList5"/>
    <dgm:cxn modelId="{A12040AF-AF74-4812-928F-57AA0547762C}" type="presParOf" srcId="{F7D18527-A9F7-4E55-9492-6FD427BE8971}" destId="{DBEE3F5D-A82D-4AED-A2DA-49986DA47FE2}" srcOrd="1" destOrd="0" presId="urn:microsoft.com/office/officeart/2005/8/layout/vList5"/>
    <dgm:cxn modelId="{2B84E7C7-F078-49F4-BD51-19069D05679F}" type="presParOf" srcId="{CBC16C70-07C3-4FD1-9357-738A7116F979}" destId="{8C30D43F-8EE2-4AF6-BE88-E62AD823F46C}" srcOrd="13" destOrd="0" presId="urn:microsoft.com/office/officeart/2005/8/layout/vList5"/>
    <dgm:cxn modelId="{46A4867B-2C98-4A5E-ABC4-C3EC28FA4006}" type="presParOf" srcId="{CBC16C70-07C3-4FD1-9357-738A7116F979}" destId="{3308439A-6666-49D9-B724-3A68A2842BA8}" srcOrd="14" destOrd="0" presId="urn:microsoft.com/office/officeart/2005/8/layout/vList5"/>
    <dgm:cxn modelId="{B6615BCA-B511-4152-8C8B-B467C344B20E}" type="presParOf" srcId="{3308439A-6666-49D9-B724-3A68A2842BA8}" destId="{E2BF6D7B-933B-4258-ABE4-0EDBD0090FEC}" srcOrd="0" destOrd="0" presId="urn:microsoft.com/office/officeart/2005/8/layout/vList5"/>
    <dgm:cxn modelId="{AB562A56-4630-47B9-A32E-5CD189312970}" type="presParOf" srcId="{3308439A-6666-49D9-B724-3A68A2842BA8}" destId="{FEB287BA-BC0A-4D12-B0CC-F4AAEA654E0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FD1589-0674-4467-B6E5-667639A4B61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2E2683-19A8-470C-8592-46041CE5A3C5}">
      <dgm:prSet/>
      <dgm:spPr/>
      <dgm:t>
        <a:bodyPr/>
        <a:lstStyle/>
        <a:p>
          <a:r>
            <a:rPr lang="en-US" b="1" dirty="0"/>
            <a:t>Gamification for Habit</a:t>
          </a:r>
          <a:endParaRPr lang="en-US" dirty="0"/>
        </a:p>
      </dgm:t>
    </dgm:pt>
    <dgm:pt modelId="{9A0F7FD1-27DF-4AA3-A369-D8B4B42F0838}" type="parTrans" cxnId="{386E0114-5A81-426E-93EE-2730E95B9392}">
      <dgm:prSet/>
      <dgm:spPr/>
      <dgm:t>
        <a:bodyPr/>
        <a:lstStyle/>
        <a:p>
          <a:endParaRPr lang="en-US"/>
        </a:p>
      </dgm:t>
    </dgm:pt>
    <dgm:pt modelId="{80C677DE-7E6B-48F5-8CDB-BB381BDD66E0}" type="sibTrans" cxnId="{386E0114-5A81-426E-93EE-2730E95B9392}">
      <dgm:prSet/>
      <dgm:spPr/>
      <dgm:t>
        <a:bodyPr/>
        <a:lstStyle/>
        <a:p>
          <a:endParaRPr lang="en-US"/>
        </a:p>
      </dgm:t>
    </dgm:pt>
    <dgm:pt modelId="{97228E70-0053-404B-BD29-38102FA6BB94}">
      <dgm:prSet custT="1"/>
      <dgm:spPr/>
      <dgm:t>
        <a:bodyPr/>
        <a:lstStyle/>
        <a:p>
          <a:r>
            <a:rPr lang="en-US" sz="1300" b="1" dirty="0"/>
            <a:t>Streaks, global rankings, and XP </a:t>
          </a:r>
          <a:r>
            <a:rPr lang="en-US" sz="1300" dirty="0"/>
            <a:t>gained from adding expenses, weekly reviews, or chatting with the advisor.</a:t>
          </a:r>
        </a:p>
      </dgm:t>
    </dgm:pt>
    <dgm:pt modelId="{C0FE17A9-7015-47D3-ACB6-FFDAFC875682}" type="parTrans" cxnId="{56241F20-1EDD-4F4C-BE59-2BCCD0770994}">
      <dgm:prSet/>
      <dgm:spPr/>
      <dgm:t>
        <a:bodyPr/>
        <a:lstStyle/>
        <a:p>
          <a:endParaRPr lang="en-US"/>
        </a:p>
      </dgm:t>
    </dgm:pt>
    <dgm:pt modelId="{70348F0E-8D9D-49D1-8F4B-C5B3F3980D55}" type="sibTrans" cxnId="{56241F20-1EDD-4F4C-BE59-2BCCD0770994}">
      <dgm:prSet/>
      <dgm:spPr/>
      <dgm:t>
        <a:bodyPr/>
        <a:lstStyle/>
        <a:p>
          <a:endParaRPr lang="en-US"/>
        </a:p>
      </dgm:t>
    </dgm:pt>
    <dgm:pt modelId="{F0AD0F51-069A-4EF2-8CF2-426BC883FDC4}">
      <dgm:prSet custT="1"/>
      <dgm:spPr/>
      <dgm:t>
        <a:bodyPr/>
        <a:lstStyle/>
        <a:p>
          <a:r>
            <a:rPr lang="en-US" sz="1300" b="1" dirty="0"/>
            <a:t>Weekly and monthly savings challenges </a:t>
          </a:r>
          <a:r>
            <a:rPr lang="en-US" sz="1300" dirty="0"/>
            <a:t>to keep users engaged and consistent.</a:t>
          </a:r>
        </a:p>
      </dgm:t>
    </dgm:pt>
    <dgm:pt modelId="{D439757E-F2E4-435C-AC54-6C7B9DCE3D2D}" type="parTrans" cxnId="{29C846AC-A19F-4752-8E95-98EF3A3A2644}">
      <dgm:prSet/>
      <dgm:spPr/>
      <dgm:t>
        <a:bodyPr/>
        <a:lstStyle/>
        <a:p>
          <a:endParaRPr lang="en-US"/>
        </a:p>
      </dgm:t>
    </dgm:pt>
    <dgm:pt modelId="{D94E193E-AB3E-4CC8-8409-9217E396D668}" type="sibTrans" cxnId="{29C846AC-A19F-4752-8E95-98EF3A3A2644}">
      <dgm:prSet/>
      <dgm:spPr/>
      <dgm:t>
        <a:bodyPr/>
        <a:lstStyle/>
        <a:p>
          <a:endParaRPr lang="en-US"/>
        </a:p>
      </dgm:t>
    </dgm:pt>
    <dgm:pt modelId="{E5E2F8CE-C37F-471E-BF95-7FE0E2D0AA12}">
      <dgm:prSet/>
      <dgm:spPr/>
      <dgm:t>
        <a:bodyPr/>
        <a:lstStyle/>
        <a:p>
          <a:r>
            <a:rPr lang="en-US" b="1" dirty="0"/>
            <a:t>Quick Insight</a:t>
          </a:r>
          <a:endParaRPr lang="en-US" dirty="0"/>
        </a:p>
      </dgm:t>
    </dgm:pt>
    <dgm:pt modelId="{8D0B310D-A9A0-474F-9B3B-CC8E25A4843F}" type="parTrans" cxnId="{72F0C2F8-E5A0-40AB-AE70-5CCD71A4E479}">
      <dgm:prSet/>
      <dgm:spPr/>
      <dgm:t>
        <a:bodyPr/>
        <a:lstStyle/>
        <a:p>
          <a:endParaRPr lang="en-US"/>
        </a:p>
      </dgm:t>
    </dgm:pt>
    <dgm:pt modelId="{C9F69C4C-8BC3-4549-AD8F-535515A9B773}" type="sibTrans" cxnId="{72F0C2F8-E5A0-40AB-AE70-5CCD71A4E479}">
      <dgm:prSet/>
      <dgm:spPr/>
      <dgm:t>
        <a:bodyPr/>
        <a:lstStyle/>
        <a:p>
          <a:endParaRPr lang="en-US"/>
        </a:p>
      </dgm:t>
    </dgm:pt>
    <dgm:pt modelId="{9DAEDF24-F70B-4014-A62C-317A406D94EB}">
      <dgm:prSet custT="1"/>
      <dgm:spPr/>
      <dgm:t>
        <a:bodyPr/>
        <a:lstStyle/>
        <a:p>
          <a:r>
            <a:rPr lang="en-US" sz="1300" dirty="0"/>
            <a:t>Shows </a:t>
          </a:r>
          <a:r>
            <a:rPr lang="en-US" sz="1300" b="1" dirty="0"/>
            <a:t>burnout rate, spending sprees</a:t>
          </a:r>
          <a:r>
            <a:rPr lang="en-US" sz="1300" dirty="0"/>
            <a:t>, and </a:t>
          </a:r>
          <a:r>
            <a:rPr lang="en-US" sz="1300" b="1" dirty="0"/>
            <a:t>essential money tips </a:t>
          </a:r>
          <a:r>
            <a:rPr lang="en-US" sz="1300" dirty="0"/>
            <a:t>in real time.</a:t>
          </a:r>
        </a:p>
      </dgm:t>
    </dgm:pt>
    <dgm:pt modelId="{4F668C1A-31BE-486E-B965-756880A46DD6}" type="parTrans" cxnId="{AEF8554E-F63A-4910-98F0-4FC512B3D7E4}">
      <dgm:prSet/>
      <dgm:spPr/>
      <dgm:t>
        <a:bodyPr/>
        <a:lstStyle/>
        <a:p>
          <a:endParaRPr lang="en-US"/>
        </a:p>
      </dgm:t>
    </dgm:pt>
    <dgm:pt modelId="{48A377B1-3BF6-4C69-90AA-C9BF036D1EF3}" type="sibTrans" cxnId="{AEF8554E-F63A-4910-98F0-4FC512B3D7E4}">
      <dgm:prSet/>
      <dgm:spPr/>
      <dgm:t>
        <a:bodyPr/>
        <a:lstStyle/>
        <a:p>
          <a:endParaRPr lang="en-US"/>
        </a:p>
      </dgm:t>
    </dgm:pt>
    <dgm:pt modelId="{76073FDA-7C21-4C42-A413-75DEF627BD4F}">
      <dgm:prSet custT="1"/>
      <dgm:spPr/>
      <dgm:t>
        <a:bodyPr/>
        <a:lstStyle/>
        <a:p>
          <a:r>
            <a:rPr lang="en-US" sz="1300" dirty="0"/>
            <a:t>Helps users immediately </a:t>
          </a:r>
          <a:r>
            <a:rPr lang="en-US" sz="1300" b="1" dirty="0"/>
            <a:t>understand spending patterns </a:t>
          </a:r>
          <a:r>
            <a:rPr lang="en-US" sz="1300" dirty="0"/>
            <a:t>and </a:t>
          </a:r>
          <a:r>
            <a:rPr lang="en-US" sz="1300" b="1" dirty="0"/>
            <a:t>take quick corrective actions</a:t>
          </a:r>
          <a:r>
            <a:rPr lang="en-US" sz="1300" dirty="0"/>
            <a:t>.</a:t>
          </a:r>
        </a:p>
      </dgm:t>
    </dgm:pt>
    <dgm:pt modelId="{504E7E07-6193-4922-8896-DB56979D4E6C}" type="parTrans" cxnId="{5960AD1B-8999-4642-B9EA-15ACAB4CF421}">
      <dgm:prSet/>
      <dgm:spPr/>
      <dgm:t>
        <a:bodyPr/>
        <a:lstStyle/>
        <a:p>
          <a:endParaRPr lang="en-US"/>
        </a:p>
      </dgm:t>
    </dgm:pt>
    <dgm:pt modelId="{5D8AD137-D027-43C1-A6B2-4D519309A978}" type="sibTrans" cxnId="{5960AD1B-8999-4642-B9EA-15ACAB4CF421}">
      <dgm:prSet/>
      <dgm:spPr/>
      <dgm:t>
        <a:bodyPr/>
        <a:lstStyle/>
        <a:p>
          <a:endParaRPr lang="en-US"/>
        </a:p>
      </dgm:t>
    </dgm:pt>
    <dgm:pt modelId="{A9DE71DC-0DF9-4606-9C05-E672E547655F}">
      <dgm:prSet/>
      <dgm:spPr/>
      <dgm:t>
        <a:bodyPr/>
        <a:lstStyle/>
        <a:p>
          <a:r>
            <a:rPr lang="en-US" b="1"/>
            <a:t>Smart, Fast &amp; Effortless Entry</a:t>
          </a:r>
          <a:endParaRPr lang="en-US"/>
        </a:p>
      </dgm:t>
    </dgm:pt>
    <dgm:pt modelId="{42FDDB6E-1CA7-4F33-AB33-81FA1AA71DFB}" type="parTrans" cxnId="{5D27FAA1-5B1D-471C-ACD0-A3505F3A1C82}">
      <dgm:prSet/>
      <dgm:spPr/>
      <dgm:t>
        <a:bodyPr/>
        <a:lstStyle/>
        <a:p>
          <a:endParaRPr lang="en-US"/>
        </a:p>
      </dgm:t>
    </dgm:pt>
    <dgm:pt modelId="{81880161-8B7C-4C76-9329-D5860F870943}" type="sibTrans" cxnId="{5D27FAA1-5B1D-471C-ACD0-A3505F3A1C82}">
      <dgm:prSet/>
      <dgm:spPr/>
      <dgm:t>
        <a:bodyPr/>
        <a:lstStyle/>
        <a:p>
          <a:endParaRPr lang="en-US"/>
        </a:p>
      </dgm:t>
    </dgm:pt>
    <dgm:pt modelId="{6E3F0992-3B5E-4D92-AB8F-386BD2328A18}">
      <dgm:prSet custT="1"/>
      <dgm:spPr/>
      <dgm:t>
        <a:bodyPr/>
        <a:lstStyle/>
        <a:p>
          <a:r>
            <a:rPr lang="en-US" sz="1300" dirty="0"/>
            <a:t>Add expenses </a:t>
          </a:r>
          <a:r>
            <a:rPr lang="en-US" sz="1300" b="1" dirty="0"/>
            <a:t>via snap, voice, or text </a:t>
          </a:r>
          <a:r>
            <a:rPr lang="en-US" sz="1300" dirty="0"/>
            <a:t>in any language, automatically detecting transactions, savings/goals, or income.</a:t>
          </a:r>
        </a:p>
      </dgm:t>
    </dgm:pt>
    <dgm:pt modelId="{39F175D0-8DEC-41F3-9B07-7A5725F1AE77}" type="parTrans" cxnId="{E52ED2BE-5EF5-4AB2-AF4C-27A4CD0F7984}">
      <dgm:prSet/>
      <dgm:spPr/>
      <dgm:t>
        <a:bodyPr/>
        <a:lstStyle/>
        <a:p>
          <a:endParaRPr lang="en-US"/>
        </a:p>
      </dgm:t>
    </dgm:pt>
    <dgm:pt modelId="{04B40BAA-2E9C-41D0-934C-7B8AE595F5F9}" type="sibTrans" cxnId="{E52ED2BE-5EF5-4AB2-AF4C-27A4CD0F7984}">
      <dgm:prSet/>
      <dgm:spPr/>
      <dgm:t>
        <a:bodyPr/>
        <a:lstStyle/>
        <a:p>
          <a:endParaRPr lang="en-US"/>
        </a:p>
      </dgm:t>
    </dgm:pt>
    <dgm:pt modelId="{FACB4D34-6E08-4B09-858B-37204C7E143E}">
      <dgm:prSet custT="1"/>
      <dgm:spPr/>
      <dgm:t>
        <a:bodyPr/>
        <a:lstStyle/>
        <a:p>
          <a:r>
            <a:rPr lang="en-US" sz="1300" dirty="0"/>
            <a:t>Classifies entries </a:t>
          </a:r>
          <a:r>
            <a:rPr lang="en-US" sz="1300" b="1" dirty="0"/>
            <a:t>into necessary vs luxury (wants</a:t>
          </a:r>
          <a:r>
            <a:rPr lang="en-US" sz="1300" dirty="0"/>
            <a:t>) </a:t>
          </a:r>
          <a:r>
            <a:rPr lang="en-US" sz="1300" b="1" dirty="0"/>
            <a:t>and 30+ subcategories</a:t>
          </a:r>
          <a:r>
            <a:rPr lang="en-US" sz="1300" dirty="0"/>
            <a:t>, </a:t>
          </a:r>
          <a:r>
            <a:rPr lang="en-US" sz="1300" b="1" dirty="0"/>
            <a:t>processing multiple inputs in under 5 seconds.</a:t>
          </a:r>
        </a:p>
      </dgm:t>
    </dgm:pt>
    <dgm:pt modelId="{6F9B5CC3-B3B2-47A0-9AE5-13F413307582}" type="parTrans" cxnId="{F10B5C67-6804-4C7A-82B5-B6AB000DDA34}">
      <dgm:prSet/>
      <dgm:spPr/>
      <dgm:t>
        <a:bodyPr/>
        <a:lstStyle/>
        <a:p>
          <a:endParaRPr lang="en-US"/>
        </a:p>
      </dgm:t>
    </dgm:pt>
    <dgm:pt modelId="{04129943-4E68-48E1-85CF-08825162DFB8}" type="sibTrans" cxnId="{F10B5C67-6804-4C7A-82B5-B6AB000DDA34}">
      <dgm:prSet/>
      <dgm:spPr/>
      <dgm:t>
        <a:bodyPr/>
        <a:lstStyle/>
        <a:p>
          <a:endParaRPr lang="en-US"/>
        </a:p>
      </dgm:t>
    </dgm:pt>
    <dgm:pt modelId="{312839C2-1377-4EAC-97FE-5C03DBB39254}">
      <dgm:prSet/>
      <dgm:spPr/>
      <dgm:t>
        <a:bodyPr/>
        <a:lstStyle/>
        <a:p>
          <a:r>
            <a:rPr lang="en-US" b="1"/>
            <a:t>Multi-Person Finance Management</a:t>
          </a:r>
          <a:endParaRPr lang="en-US"/>
        </a:p>
      </dgm:t>
    </dgm:pt>
    <dgm:pt modelId="{A98DD1A2-22A4-4EF9-82FF-40E56C42593A}" type="parTrans" cxnId="{06D50C53-6812-4509-876C-15CA79BF1CFD}">
      <dgm:prSet/>
      <dgm:spPr/>
      <dgm:t>
        <a:bodyPr/>
        <a:lstStyle/>
        <a:p>
          <a:endParaRPr lang="en-US"/>
        </a:p>
      </dgm:t>
    </dgm:pt>
    <dgm:pt modelId="{FE943640-8342-4169-84B8-45738DDE7B73}" type="sibTrans" cxnId="{06D50C53-6812-4509-876C-15CA79BF1CFD}">
      <dgm:prSet/>
      <dgm:spPr/>
      <dgm:t>
        <a:bodyPr/>
        <a:lstStyle/>
        <a:p>
          <a:endParaRPr lang="en-US"/>
        </a:p>
      </dgm:t>
    </dgm:pt>
    <dgm:pt modelId="{A363183C-7BF3-4103-A781-0EA566156683}">
      <dgm:prSet/>
      <dgm:spPr/>
      <dgm:t>
        <a:bodyPr/>
        <a:lstStyle/>
        <a:p>
          <a:r>
            <a:rPr lang="en-US" b="0" dirty="0"/>
            <a:t>Supports</a:t>
          </a:r>
          <a:r>
            <a:rPr lang="en-US" b="1" dirty="0"/>
            <a:t> individuals, couples, roommates</a:t>
          </a:r>
          <a:r>
            <a:rPr lang="en-US" dirty="0"/>
            <a:t>, and full </a:t>
          </a:r>
          <a:r>
            <a:rPr lang="en-US" b="1" dirty="0"/>
            <a:t>households</a:t>
          </a:r>
          <a:r>
            <a:rPr lang="en-US" dirty="0"/>
            <a:t> with shared or separate tracking.</a:t>
          </a:r>
        </a:p>
      </dgm:t>
    </dgm:pt>
    <dgm:pt modelId="{967535BC-96B5-49ED-8E4B-F199D7D288FB}" type="parTrans" cxnId="{90F8A833-2A4D-43E9-90CA-3B0F49BD58A7}">
      <dgm:prSet/>
      <dgm:spPr/>
      <dgm:t>
        <a:bodyPr/>
        <a:lstStyle/>
        <a:p>
          <a:endParaRPr lang="en-US"/>
        </a:p>
      </dgm:t>
    </dgm:pt>
    <dgm:pt modelId="{D7D840E0-E287-4913-B36D-86F9804C9F3C}" type="sibTrans" cxnId="{90F8A833-2A4D-43E9-90CA-3B0F49BD58A7}">
      <dgm:prSet/>
      <dgm:spPr/>
      <dgm:t>
        <a:bodyPr/>
        <a:lstStyle/>
        <a:p>
          <a:endParaRPr lang="en-US"/>
        </a:p>
      </dgm:t>
    </dgm:pt>
    <dgm:pt modelId="{3B7504ED-5789-4AD8-B8CB-472568059CFE}">
      <dgm:prSet/>
      <dgm:spPr/>
      <dgm:t>
        <a:bodyPr/>
        <a:lstStyle/>
        <a:p>
          <a:r>
            <a:rPr lang="en-US" dirty="0"/>
            <a:t>Monitors each person’s </a:t>
          </a:r>
          <a:r>
            <a:rPr lang="en-US" b="1" dirty="0"/>
            <a:t>transactions</a:t>
          </a:r>
          <a:r>
            <a:rPr lang="en-US" dirty="0"/>
            <a:t>, </a:t>
          </a:r>
          <a:r>
            <a:rPr lang="en-US" b="1" dirty="0"/>
            <a:t>incomes</a:t>
          </a:r>
          <a:r>
            <a:rPr lang="en-US" dirty="0"/>
            <a:t>, and </a:t>
          </a:r>
          <a:r>
            <a:rPr lang="en-US" b="1" dirty="0"/>
            <a:t>goals</a:t>
          </a:r>
          <a:r>
            <a:rPr lang="en-US" dirty="0"/>
            <a:t> with combined and individual dashboards.</a:t>
          </a:r>
        </a:p>
      </dgm:t>
    </dgm:pt>
    <dgm:pt modelId="{C6AF6D5B-54CD-4238-8A2D-994C835D9539}" type="parTrans" cxnId="{5B5FB06F-F8B3-4B72-9128-F7641C298BEA}">
      <dgm:prSet/>
      <dgm:spPr/>
      <dgm:t>
        <a:bodyPr/>
        <a:lstStyle/>
        <a:p>
          <a:endParaRPr lang="en-US"/>
        </a:p>
      </dgm:t>
    </dgm:pt>
    <dgm:pt modelId="{B9F5EC46-AEEA-48F9-BD2E-C1C7B2183E28}" type="sibTrans" cxnId="{5B5FB06F-F8B3-4B72-9128-F7641C298BEA}">
      <dgm:prSet/>
      <dgm:spPr/>
      <dgm:t>
        <a:bodyPr/>
        <a:lstStyle/>
        <a:p>
          <a:endParaRPr lang="en-US"/>
        </a:p>
      </dgm:t>
    </dgm:pt>
    <dgm:pt modelId="{1FD25B99-977E-484B-BA98-BF2A9735B82B}">
      <dgm:prSet/>
      <dgm:spPr/>
      <dgm:t>
        <a:bodyPr/>
        <a:lstStyle/>
        <a:p>
          <a:r>
            <a:rPr lang="en-US" b="1"/>
            <a:t>Deep Insights &amp; Long-Term Analysis</a:t>
          </a:r>
          <a:endParaRPr lang="en-US"/>
        </a:p>
      </dgm:t>
    </dgm:pt>
    <dgm:pt modelId="{BE245220-695F-45CC-ADFD-D4164EF59E87}" type="parTrans" cxnId="{AB035C72-BD9C-4374-ADED-F968F32ACDB2}">
      <dgm:prSet/>
      <dgm:spPr/>
      <dgm:t>
        <a:bodyPr/>
        <a:lstStyle/>
        <a:p>
          <a:endParaRPr lang="en-US"/>
        </a:p>
      </dgm:t>
    </dgm:pt>
    <dgm:pt modelId="{E04204B7-F500-495A-A9D5-E99DCCC4AE42}" type="sibTrans" cxnId="{AB035C72-BD9C-4374-ADED-F968F32ACDB2}">
      <dgm:prSet/>
      <dgm:spPr/>
      <dgm:t>
        <a:bodyPr/>
        <a:lstStyle/>
        <a:p>
          <a:endParaRPr lang="en-US"/>
        </a:p>
      </dgm:t>
    </dgm:pt>
    <dgm:pt modelId="{3950CBAE-3A97-45A8-BB40-C0278470B672}">
      <dgm:prSet/>
      <dgm:spPr/>
      <dgm:t>
        <a:bodyPr/>
        <a:lstStyle/>
        <a:p>
          <a:r>
            <a:rPr lang="en-US" dirty="0"/>
            <a:t>Generates </a:t>
          </a:r>
          <a:r>
            <a:rPr lang="en-US" b="1" dirty="0"/>
            <a:t>weekly, monthly, and custom reports </a:t>
          </a:r>
          <a:r>
            <a:rPr lang="en-US" dirty="0"/>
            <a:t>that </a:t>
          </a:r>
          <a:r>
            <a:rPr lang="en-US" b="1" dirty="0"/>
            <a:t>reveal exactly where money </a:t>
          </a:r>
          <a:r>
            <a:rPr lang="en-US" dirty="0"/>
            <a:t>is going.</a:t>
          </a:r>
        </a:p>
      </dgm:t>
    </dgm:pt>
    <dgm:pt modelId="{B3396F66-3395-4A85-9966-52EC937D31B4}" type="parTrans" cxnId="{51979FAC-37D0-4186-81F7-14B79FBF0838}">
      <dgm:prSet/>
      <dgm:spPr/>
      <dgm:t>
        <a:bodyPr/>
        <a:lstStyle/>
        <a:p>
          <a:endParaRPr lang="en-US"/>
        </a:p>
      </dgm:t>
    </dgm:pt>
    <dgm:pt modelId="{476A0208-DAA7-4DE6-BC0E-2A36F1BBDAB5}" type="sibTrans" cxnId="{51979FAC-37D0-4186-81F7-14B79FBF0838}">
      <dgm:prSet/>
      <dgm:spPr/>
      <dgm:t>
        <a:bodyPr/>
        <a:lstStyle/>
        <a:p>
          <a:endParaRPr lang="en-US"/>
        </a:p>
      </dgm:t>
    </dgm:pt>
    <dgm:pt modelId="{2EA34469-B719-4995-B64B-198762CAF473}">
      <dgm:prSet/>
      <dgm:spPr/>
      <dgm:t>
        <a:bodyPr/>
        <a:lstStyle/>
        <a:p>
          <a:r>
            <a:rPr lang="en-US" b="1"/>
            <a:t>AI-Powered Financial Advisor</a:t>
          </a:r>
          <a:endParaRPr lang="en-US"/>
        </a:p>
      </dgm:t>
    </dgm:pt>
    <dgm:pt modelId="{7FA0B409-024A-459C-BB2A-0FEBF4704AAF}" type="parTrans" cxnId="{343534C8-15A6-4C18-91A7-D92EDDA949A1}">
      <dgm:prSet/>
      <dgm:spPr/>
      <dgm:t>
        <a:bodyPr/>
        <a:lstStyle/>
        <a:p>
          <a:endParaRPr lang="en-US"/>
        </a:p>
      </dgm:t>
    </dgm:pt>
    <dgm:pt modelId="{ABCF09D3-1F12-444A-B242-A9D7B5BAC29A}" type="sibTrans" cxnId="{343534C8-15A6-4C18-91A7-D92EDDA949A1}">
      <dgm:prSet/>
      <dgm:spPr/>
      <dgm:t>
        <a:bodyPr/>
        <a:lstStyle/>
        <a:p>
          <a:endParaRPr lang="en-US"/>
        </a:p>
      </dgm:t>
    </dgm:pt>
    <dgm:pt modelId="{23B1B787-D70E-411F-8131-0BC5714B4176}">
      <dgm:prSet/>
      <dgm:spPr/>
      <dgm:t>
        <a:bodyPr/>
        <a:lstStyle/>
        <a:p>
          <a:r>
            <a:rPr lang="en-US" b="0" dirty="0"/>
            <a:t>RAG-based advisor gives </a:t>
          </a:r>
          <a:r>
            <a:rPr lang="en-US" b="1" dirty="0"/>
            <a:t>personalized saving tips, cheaper alternatives</a:t>
          </a:r>
          <a:r>
            <a:rPr lang="en-US" dirty="0"/>
            <a:t>, and </a:t>
          </a:r>
          <a:r>
            <a:rPr lang="en-US" b="1" dirty="0"/>
            <a:t>habit insights</a:t>
          </a:r>
          <a:r>
            <a:rPr lang="en-US" dirty="0"/>
            <a:t>.</a:t>
          </a:r>
        </a:p>
      </dgm:t>
    </dgm:pt>
    <dgm:pt modelId="{249436E4-C278-47CD-9D95-FABE29F771C4}" type="parTrans" cxnId="{9C5A9C7E-57A5-4333-9B02-EBF5AE100D67}">
      <dgm:prSet/>
      <dgm:spPr/>
      <dgm:t>
        <a:bodyPr/>
        <a:lstStyle/>
        <a:p>
          <a:endParaRPr lang="en-US"/>
        </a:p>
      </dgm:t>
    </dgm:pt>
    <dgm:pt modelId="{FC0BE717-E88E-45FE-94A1-D88B9EB20C0E}" type="sibTrans" cxnId="{9C5A9C7E-57A5-4333-9B02-EBF5AE100D67}">
      <dgm:prSet/>
      <dgm:spPr/>
      <dgm:t>
        <a:bodyPr/>
        <a:lstStyle/>
        <a:p>
          <a:endParaRPr lang="en-US"/>
        </a:p>
      </dgm:t>
    </dgm:pt>
    <dgm:pt modelId="{D609F3EA-0F0C-4EF6-A624-59A9C673EF80}">
      <dgm:prSet/>
      <dgm:spPr/>
      <dgm:t>
        <a:bodyPr/>
        <a:lstStyle/>
        <a:p>
          <a:r>
            <a:rPr lang="en-US" dirty="0"/>
            <a:t>Detects trends such as top spending </a:t>
          </a:r>
          <a:r>
            <a:rPr lang="en-US" b="1" dirty="0"/>
            <a:t>categories</a:t>
          </a:r>
          <a:r>
            <a:rPr lang="en-US" dirty="0"/>
            <a:t>, </a:t>
          </a:r>
          <a:r>
            <a:rPr lang="en-US" b="1" dirty="0"/>
            <a:t>biggest spender, hidden leakages</a:t>
          </a:r>
          <a:r>
            <a:rPr lang="en-US" dirty="0"/>
            <a:t>, and </a:t>
          </a:r>
          <a:r>
            <a:rPr lang="en-US" b="1" dirty="0"/>
            <a:t>long-term patterns.</a:t>
          </a:r>
        </a:p>
      </dgm:t>
    </dgm:pt>
    <dgm:pt modelId="{55D2731E-A8DB-405C-9DC1-CBB7F3624A9A}" type="parTrans" cxnId="{1715135D-D1A2-4ABC-9AD9-C8CAD9936B9A}">
      <dgm:prSet/>
      <dgm:spPr/>
      <dgm:t>
        <a:bodyPr/>
        <a:lstStyle/>
        <a:p>
          <a:endParaRPr lang="en-IN"/>
        </a:p>
      </dgm:t>
    </dgm:pt>
    <dgm:pt modelId="{EBE76A06-8160-467F-9ECF-96C1FEEC0093}" type="sibTrans" cxnId="{1715135D-D1A2-4ABC-9AD9-C8CAD9936B9A}">
      <dgm:prSet/>
      <dgm:spPr/>
      <dgm:t>
        <a:bodyPr/>
        <a:lstStyle/>
        <a:p>
          <a:endParaRPr lang="en-IN"/>
        </a:p>
      </dgm:t>
    </dgm:pt>
    <dgm:pt modelId="{6A7F6AA7-633E-4B3A-95B8-0F224077774D}">
      <dgm:prSet/>
      <dgm:spPr/>
      <dgm:t>
        <a:bodyPr/>
        <a:lstStyle/>
        <a:p>
          <a:r>
            <a:rPr lang="en-US" dirty="0"/>
            <a:t>Analyzes years to a </a:t>
          </a:r>
          <a:r>
            <a:rPr lang="en-US" b="1" dirty="0"/>
            <a:t>decade of history</a:t>
          </a:r>
          <a:r>
            <a:rPr lang="en-US" dirty="0"/>
            <a:t>, </a:t>
          </a:r>
          <a:r>
            <a:rPr lang="en-US" b="1" dirty="0"/>
            <a:t>identifying old receipts, Amazon purchases</a:t>
          </a:r>
          <a:r>
            <a:rPr lang="en-US" dirty="0"/>
            <a:t>, </a:t>
          </a:r>
          <a:r>
            <a:rPr lang="en-US" b="1" dirty="0"/>
            <a:t>and spending patterns.</a:t>
          </a:r>
        </a:p>
      </dgm:t>
    </dgm:pt>
    <dgm:pt modelId="{F359A29D-F64A-4769-BC20-C19E7575E5F0}" type="parTrans" cxnId="{F763B440-B999-4907-A535-39B6836B0FFB}">
      <dgm:prSet/>
      <dgm:spPr/>
      <dgm:t>
        <a:bodyPr/>
        <a:lstStyle/>
        <a:p>
          <a:endParaRPr lang="en-IN"/>
        </a:p>
      </dgm:t>
    </dgm:pt>
    <dgm:pt modelId="{BCB47610-9C7C-409D-8A41-4B97DAC84FF1}" type="sibTrans" cxnId="{F763B440-B999-4907-A535-39B6836B0FFB}">
      <dgm:prSet/>
      <dgm:spPr/>
      <dgm:t>
        <a:bodyPr/>
        <a:lstStyle/>
        <a:p>
          <a:endParaRPr lang="en-IN"/>
        </a:p>
      </dgm:t>
    </dgm:pt>
    <dgm:pt modelId="{9006F88B-3CAA-4444-A4B3-98E631C5E40C}" type="pres">
      <dgm:prSet presAssocID="{3AFD1589-0674-4467-B6E5-667639A4B611}" presName="Name0" presStyleCnt="0">
        <dgm:presLayoutVars>
          <dgm:dir/>
          <dgm:animLvl val="lvl"/>
          <dgm:resizeHandles val="exact"/>
        </dgm:presLayoutVars>
      </dgm:prSet>
      <dgm:spPr/>
    </dgm:pt>
    <dgm:pt modelId="{49744FB5-F7DC-4268-9CE6-BE7B5D9DB96E}" type="pres">
      <dgm:prSet presAssocID="{172E2683-19A8-470C-8592-46041CE5A3C5}" presName="linNode" presStyleCnt="0"/>
      <dgm:spPr/>
    </dgm:pt>
    <dgm:pt modelId="{508AE053-81E2-473C-BA4D-A53B99E45376}" type="pres">
      <dgm:prSet presAssocID="{172E2683-19A8-470C-8592-46041CE5A3C5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D77BEC45-D951-42BF-B904-69F8E725DDD6}" type="pres">
      <dgm:prSet presAssocID="{172E2683-19A8-470C-8592-46041CE5A3C5}" presName="descendantText" presStyleLbl="alignAccFollowNode1" presStyleIdx="0" presStyleCnt="6">
        <dgm:presLayoutVars>
          <dgm:bulletEnabled val="1"/>
        </dgm:presLayoutVars>
      </dgm:prSet>
      <dgm:spPr/>
    </dgm:pt>
    <dgm:pt modelId="{584631DC-6183-4E58-9137-D5014176A3D1}" type="pres">
      <dgm:prSet presAssocID="{80C677DE-7E6B-48F5-8CDB-BB381BDD66E0}" presName="sp" presStyleCnt="0"/>
      <dgm:spPr/>
    </dgm:pt>
    <dgm:pt modelId="{7B6BAD2E-83CA-469B-95B3-36243192204E}" type="pres">
      <dgm:prSet presAssocID="{E5E2F8CE-C37F-471E-BF95-7FE0E2D0AA12}" presName="linNode" presStyleCnt="0"/>
      <dgm:spPr/>
    </dgm:pt>
    <dgm:pt modelId="{C93CAF37-0791-4086-A8EA-B51A49C5CECE}" type="pres">
      <dgm:prSet presAssocID="{E5E2F8CE-C37F-471E-BF95-7FE0E2D0AA12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FB066B8F-F023-4815-8B42-B43743FF7EE5}" type="pres">
      <dgm:prSet presAssocID="{E5E2F8CE-C37F-471E-BF95-7FE0E2D0AA12}" presName="descendantText" presStyleLbl="alignAccFollowNode1" presStyleIdx="1" presStyleCnt="6">
        <dgm:presLayoutVars>
          <dgm:bulletEnabled val="1"/>
        </dgm:presLayoutVars>
      </dgm:prSet>
      <dgm:spPr/>
    </dgm:pt>
    <dgm:pt modelId="{F5DB2B39-8A47-42B0-9434-EE69F15E1B71}" type="pres">
      <dgm:prSet presAssocID="{C9F69C4C-8BC3-4549-AD8F-535515A9B773}" presName="sp" presStyleCnt="0"/>
      <dgm:spPr/>
    </dgm:pt>
    <dgm:pt modelId="{2CD1A9EA-1F58-41FC-A05E-4832D728CD41}" type="pres">
      <dgm:prSet presAssocID="{A9DE71DC-0DF9-4606-9C05-E672E547655F}" presName="linNode" presStyleCnt="0"/>
      <dgm:spPr/>
    </dgm:pt>
    <dgm:pt modelId="{DBDECA86-9F0D-48F8-98C9-50DF4A4B6F8D}" type="pres">
      <dgm:prSet presAssocID="{A9DE71DC-0DF9-4606-9C05-E672E547655F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A7E1575E-AE4F-430C-A0E5-B40CBF2975D4}" type="pres">
      <dgm:prSet presAssocID="{A9DE71DC-0DF9-4606-9C05-E672E547655F}" presName="descendantText" presStyleLbl="alignAccFollowNode1" presStyleIdx="2" presStyleCnt="6" custLinFactNeighborX="-600" custLinFactNeighborY="7603">
        <dgm:presLayoutVars>
          <dgm:bulletEnabled val="1"/>
        </dgm:presLayoutVars>
      </dgm:prSet>
      <dgm:spPr/>
    </dgm:pt>
    <dgm:pt modelId="{7250E330-C971-4C22-A4EE-C31F3363D8C1}" type="pres">
      <dgm:prSet presAssocID="{81880161-8B7C-4C76-9329-D5860F870943}" presName="sp" presStyleCnt="0"/>
      <dgm:spPr/>
    </dgm:pt>
    <dgm:pt modelId="{3D4992D4-4524-4919-93C8-8B205A300A46}" type="pres">
      <dgm:prSet presAssocID="{312839C2-1377-4EAC-97FE-5C03DBB39254}" presName="linNode" presStyleCnt="0"/>
      <dgm:spPr/>
    </dgm:pt>
    <dgm:pt modelId="{3C777576-1B2C-4F0F-8427-58543AA3770D}" type="pres">
      <dgm:prSet presAssocID="{312839C2-1377-4EAC-97FE-5C03DBB39254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7315C428-E1E7-4787-852C-478600535FAC}" type="pres">
      <dgm:prSet presAssocID="{312839C2-1377-4EAC-97FE-5C03DBB39254}" presName="descendantText" presStyleLbl="alignAccFollowNode1" presStyleIdx="3" presStyleCnt="6">
        <dgm:presLayoutVars>
          <dgm:bulletEnabled val="1"/>
        </dgm:presLayoutVars>
      </dgm:prSet>
      <dgm:spPr/>
    </dgm:pt>
    <dgm:pt modelId="{1FBAF78F-CD9C-4BD9-B54F-BF4BBA071BC1}" type="pres">
      <dgm:prSet presAssocID="{FE943640-8342-4169-84B8-45738DDE7B73}" presName="sp" presStyleCnt="0"/>
      <dgm:spPr/>
    </dgm:pt>
    <dgm:pt modelId="{3C0FC128-31E3-4755-993A-9073F075A1CC}" type="pres">
      <dgm:prSet presAssocID="{1FD25B99-977E-484B-BA98-BF2A9735B82B}" presName="linNode" presStyleCnt="0"/>
      <dgm:spPr/>
    </dgm:pt>
    <dgm:pt modelId="{7AEE67DB-8876-46FA-AD7F-15ACA91D41A7}" type="pres">
      <dgm:prSet presAssocID="{1FD25B99-977E-484B-BA98-BF2A9735B82B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595C872D-E47F-42FF-8EA4-A244F97AB253}" type="pres">
      <dgm:prSet presAssocID="{1FD25B99-977E-484B-BA98-BF2A9735B82B}" presName="descendantText" presStyleLbl="alignAccFollowNode1" presStyleIdx="4" presStyleCnt="6">
        <dgm:presLayoutVars>
          <dgm:bulletEnabled val="1"/>
        </dgm:presLayoutVars>
      </dgm:prSet>
      <dgm:spPr/>
    </dgm:pt>
    <dgm:pt modelId="{B863AC35-631E-4139-BC08-5F36B01E4199}" type="pres">
      <dgm:prSet presAssocID="{E04204B7-F500-495A-A9D5-E99DCCC4AE42}" presName="sp" presStyleCnt="0"/>
      <dgm:spPr/>
    </dgm:pt>
    <dgm:pt modelId="{12906E70-A09A-4A05-A240-A9CA03EEE0FD}" type="pres">
      <dgm:prSet presAssocID="{2EA34469-B719-4995-B64B-198762CAF473}" presName="linNode" presStyleCnt="0"/>
      <dgm:spPr/>
    </dgm:pt>
    <dgm:pt modelId="{35B666F3-4DFC-470A-81FB-6B96EA3AD2F4}" type="pres">
      <dgm:prSet presAssocID="{2EA34469-B719-4995-B64B-198762CAF473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588F06E9-C26F-4056-997C-BEDA739F9308}" type="pres">
      <dgm:prSet presAssocID="{2EA34469-B719-4995-B64B-198762CAF473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B0F65903-4298-43FD-8C89-6271F8D9CAEF}" type="presOf" srcId="{A9DE71DC-0DF9-4606-9C05-E672E547655F}" destId="{DBDECA86-9F0D-48F8-98C9-50DF4A4B6F8D}" srcOrd="0" destOrd="0" presId="urn:microsoft.com/office/officeart/2005/8/layout/vList5"/>
    <dgm:cxn modelId="{6BEFC903-F0F3-48E0-88AA-E7CD7FDB6303}" type="presOf" srcId="{312839C2-1377-4EAC-97FE-5C03DBB39254}" destId="{3C777576-1B2C-4F0F-8427-58543AA3770D}" srcOrd="0" destOrd="0" presId="urn:microsoft.com/office/officeart/2005/8/layout/vList5"/>
    <dgm:cxn modelId="{1175770C-48BC-4447-A717-8A4E170D15A0}" type="presOf" srcId="{1FD25B99-977E-484B-BA98-BF2A9735B82B}" destId="{7AEE67DB-8876-46FA-AD7F-15ACA91D41A7}" srcOrd="0" destOrd="0" presId="urn:microsoft.com/office/officeart/2005/8/layout/vList5"/>
    <dgm:cxn modelId="{386E0114-5A81-426E-93EE-2730E95B9392}" srcId="{3AFD1589-0674-4467-B6E5-667639A4B611}" destId="{172E2683-19A8-470C-8592-46041CE5A3C5}" srcOrd="0" destOrd="0" parTransId="{9A0F7FD1-27DF-4AA3-A369-D8B4B42F0838}" sibTransId="{80C677DE-7E6B-48F5-8CDB-BB381BDD66E0}"/>
    <dgm:cxn modelId="{5960AD1B-8999-4642-B9EA-15ACAB4CF421}" srcId="{E5E2F8CE-C37F-471E-BF95-7FE0E2D0AA12}" destId="{76073FDA-7C21-4C42-A413-75DEF627BD4F}" srcOrd="1" destOrd="0" parTransId="{504E7E07-6193-4922-8896-DB56979D4E6C}" sibTransId="{5D8AD137-D027-43C1-A6B2-4D519309A978}"/>
    <dgm:cxn modelId="{469EDD1C-C043-473F-8268-14FFC99A78F5}" type="presOf" srcId="{23B1B787-D70E-411F-8131-0BC5714B4176}" destId="{588F06E9-C26F-4056-997C-BEDA739F9308}" srcOrd="0" destOrd="0" presId="urn:microsoft.com/office/officeart/2005/8/layout/vList5"/>
    <dgm:cxn modelId="{56241F20-1EDD-4F4C-BE59-2BCCD0770994}" srcId="{172E2683-19A8-470C-8592-46041CE5A3C5}" destId="{97228E70-0053-404B-BD29-38102FA6BB94}" srcOrd="0" destOrd="0" parTransId="{C0FE17A9-7015-47D3-ACB6-FFDAFC875682}" sibTransId="{70348F0E-8D9D-49D1-8F4B-C5B3F3980D55}"/>
    <dgm:cxn modelId="{5D5BDC29-4F27-4003-A856-C8F5F80BB0E6}" type="presOf" srcId="{F0AD0F51-069A-4EF2-8CF2-426BC883FDC4}" destId="{D77BEC45-D951-42BF-B904-69F8E725DDD6}" srcOrd="0" destOrd="1" presId="urn:microsoft.com/office/officeart/2005/8/layout/vList5"/>
    <dgm:cxn modelId="{90F8A833-2A4D-43E9-90CA-3B0F49BD58A7}" srcId="{312839C2-1377-4EAC-97FE-5C03DBB39254}" destId="{A363183C-7BF3-4103-A781-0EA566156683}" srcOrd="0" destOrd="0" parTransId="{967535BC-96B5-49ED-8E4B-F199D7D288FB}" sibTransId="{D7D840E0-E287-4913-B36D-86F9804C9F3C}"/>
    <dgm:cxn modelId="{C63D1740-D44B-4414-9198-6E108DC156C6}" type="presOf" srcId="{D609F3EA-0F0C-4EF6-A624-59A9C673EF80}" destId="{595C872D-E47F-42FF-8EA4-A244F97AB253}" srcOrd="0" destOrd="1" presId="urn:microsoft.com/office/officeart/2005/8/layout/vList5"/>
    <dgm:cxn modelId="{F763B440-B999-4907-A535-39B6836B0FFB}" srcId="{2EA34469-B719-4995-B64B-198762CAF473}" destId="{6A7F6AA7-633E-4B3A-95B8-0F224077774D}" srcOrd="1" destOrd="0" parTransId="{F359A29D-F64A-4769-BC20-C19E7575E5F0}" sibTransId="{BCB47610-9C7C-409D-8A41-4B97DAC84FF1}"/>
    <dgm:cxn modelId="{1715135D-D1A2-4ABC-9AD9-C8CAD9936B9A}" srcId="{1FD25B99-977E-484B-BA98-BF2A9735B82B}" destId="{D609F3EA-0F0C-4EF6-A624-59A9C673EF80}" srcOrd="1" destOrd="0" parTransId="{55D2731E-A8DB-405C-9DC1-CBB7F3624A9A}" sibTransId="{EBE76A06-8160-467F-9ECF-96C1FEEC0093}"/>
    <dgm:cxn modelId="{83699A45-6B00-4E61-AC2E-8BBDB5257F21}" type="presOf" srcId="{A363183C-7BF3-4103-A781-0EA566156683}" destId="{7315C428-E1E7-4787-852C-478600535FAC}" srcOrd="0" destOrd="0" presId="urn:microsoft.com/office/officeart/2005/8/layout/vList5"/>
    <dgm:cxn modelId="{6D662647-9759-43A5-88FE-33E244FBE12C}" type="presOf" srcId="{9DAEDF24-F70B-4014-A62C-317A406D94EB}" destId="{FB066B8F-F023-4815-8B42-B43743FF7EE5}" srcOrd="0" destOrd="0" presId="urn:microsoft.com/office/officeart/2005/8/layout/vList5"/>
    <dgm:cxn modelId="{F10B5C67-6804-4C7A-82B5-B6AB000DDA34}" srcId="{A9DE71DC-0DF9-4606-9C05-E672E547655F}" destId="{FACB4D34-6E08-4B09-858B-37204C7E143E}" srcOrd="1" destOrd="0" parTransId="{6F9B5CC3-B3B2-47A0-9AE5-13F413307582}" sibTransId="{04129943-4E68-48E1-85CF-08825162DFB8}"/>
    <dgm:cxn modelId="{70CCB249-93C7-4A41-BB5C-20C535052D4A}" type="presOf" srcId="{6E3F0992-3B5E-4D92-AB8F-386BD2328A18}" destId="{A7E1575E-AE4F-430C-A0E5-B40CBF2975D4}" srcOrd="0" destOrd="0" presId="urn:microsoft.com/office/officeart/2005/8/layout/vList5"/>
    <dgm:cxn modelId="{0FFB9B4D-0D61-45AC-8901-04CA7C7A45E5}" type="presOf" srcId="{172E2683-19A8-470C-8592-46041CE5A3C5}" destId="{508AE053-81E2-473C-BA4D-A53B99E45376}" srcOrd="0" destOrd="0" presId="urn:microsoft.com/office/officeart/2005/8/layout/vList5"/>
    <dgm:cxn modelId="{4293294E-092B-4ABD-A59E-DEBC357417A7}" type="presOf" srcId="{3950CBAE-3A97-45A8-BB40-C0278470B672}" destId="{595C872D-E47F-42FF-8EA4-A244F97AB253}" srcOrd="0" destOrd="0" presId="urn:microsoft.com/office/officeart/2005/8/layout/vList5"/>
    <dgm:cxn modelId="{AEF8554E-F63A-4910-98F0-4FC512B3D7E4}" srcId="{E5E2F8CE-C37F-471E-BF95-7FE0E2D0AA12}" destId="{9DAEDF24-F70B-4014-A62C-317A406D94EB}" srcOrd="0" destOrd="0" parTransId="{4F668C1A-31BE-486E-B965-756880A46DD6}" sibTransId="{48A377B1-3BF6-4C69-90AA-C9BF036D1EF3}"/>
    <dgm:cxn modelId="{5B5FB06F-F8B3-4B72-9128-F7641C298BEA}" srcId="{312839C2-1377-4EAC-97FE-5C03DBB39254}" destId="{3B7504ED-5789-4AD8-B8CB-472568059CFE}" srcOrd="1" destOrd="0" parTransId="{C6AF6D5B-54CD-4238-8A2D-994C835D9539}" sibTransId="{B9F5EC46-AEEA-48F9-BD2E-C1C7B2183E28}"/>
    <dgm:cxn modelId="{AB035C72-BD9C-4374-ADED-F968F32ACDB2}" srcId="{3AFD1589-0674-4467-B6E5-667639A4B611}" destId="{1FD25B99-977E-484B-BA98-BF2A9735B82B}" srcOrd="4" destOrd="0" parTransId="{BE245220-695F-45CC-ADFD-D4164EF59E87}" sibTransId="{E04204B7-F500-495A-A9D5-E99DCCC4AE42}"/>
    <dgm:cxn modelId="{06D50C53-6812-4509-876C-15CA79BF1CFD}" srcId="{3AFD1589-0674-4467-B6E5-667639A4B611}" destId="{312839C2-1377-4EAC-97FE-5C03DBB39254}" srcOrd="3" destOrd="0" parTransId="{A98DD1A2-22A4-4EF9-82FF-40E56C42593A}" sibTransId="{FE943640-8342-4169-84B8-45738DDE7B73}"/>
    <dgm:cxn modelId="{1E971D55-7834-4044-9D00-638637272101}" type="presOf" srcId="{2EA34469-B719-4995-B64B-198762CAF473}" destId="{35B666F3-4DFC-470A-81FB-6B96EA3AD2F4}" srcOrd="0" destOrd="0" presId="urn:microsoft.com/office/officeart/2005/8/layout/vList5"/>
    <dgm:cxn modelId="{9C5A9C7E-57A5-4333-9B02-EBF5AE100D67}" srcId="{2EA34469-B719-4995-B64B-198762CAF473}" destId="{23B1B787-D70E-411F-8131-0BC5714B4176}" srcOrd="0" destOrd="0" parTransId="{249436E4-C278-47CD-9D95-FABE29F771C4}" sibTransId="{FC0BE717-E88E-45FE-94A1-D88B9EB20C0E}"/>
    <dgm:cxn modelId="{E4AD3590-2857-4197-9A44-B95D49E31A68}" type="presOf" srcId="{76073FDA-7C21-4C42-A413-75DEF627BD4F}" destId="{FB066B8F-F023-4815-8B42-B43743FF7EE5}" srcOrd="0" destOrd="1" presId="urn:microsoft.com/office/officeart/2005/8/layout/vList5"/>
    <dgm:cxn modelId="{5D27FAA1-5B1D-471C-ACD0-A3505F3A1C82}" srcId="{3AFD1589-0674-4467-B6E5-667639A4B611}" destId="{A9DE71DC-0DF9-4606-9C05-E672E547655F}" srcOrd="2" destOrd="0" parTransId="{42FDDB6E-1CA7-4F33-AB33-81FA1AA71DFB}" sibTransId="{81880161-8B7C-4C76-9329-D5860F870943}"/>
    <dgm:cxn modelId="{84BE2BA4-9C01-42F0-BB4E-20DEEA34BF90}" type="presOf" srcId="{FACB4D34-6E08-4B09-858B-37204C7E143E}" destId="{A7E1575E-AE4F-430C-A0E5-B40CBF2975D4}" srcOrd="0" destOrd="1" presId="urn:microsoft.com/office/officeart/2005/8/layout/vList5"/>
    <dgm:cxn modelId="{29C846AC-A19F-4752-8E95-98EF3A3A2644}" srcId="{172E2683-19A8-470C-8592-46041CE5A3C5}" destId="{F0AD0F51-069A-4EF2-8CF2-426BC883FDC4}" srcOrd="1" destOrd="0" parTransId="{D439757E-F2E4-435C-AC54-6C7B9DCE3D2D}" sibTransId="{D94E193E-AB3E-4CC8-8409-9217E396D668}"/>
    <dgm:cxn modelId="{51979FAC-37D0-4186-81F7-14B79FBF0838}" srcId="{1FD25B99-977E-484B-BA98-BF2A9735B82B}" destId="{3950CBAE-3A97-45A8-BB40-C0278470B672}" srcOrd="0" destOrd="0" parTransId="{B3396F66-3395-4A85-9966-52EC937D31B4}" sibTransId="{476A0208-DAA7-4DE6-BC0E-2A36F1BBDAB5}"/>
    <dgm:cxn modelId="{3E8808B3-9772-43E5-B131-594513EFA463}" type="presOf" srcId="{3AFD1589-0674-4467-B6E5-667639A4B611}" destId="{9006F88B-3CAA-4444-A4B3-98E631C5E40C}" srcOrd="0" destOrd="0" presId="urn:microsoft.com/office/officeart/2005/8/layout/vList5"/>
    <dgm:cxn modelId="{38550DB9-A40B-45F2-BCF9-82FC53F0A47E}" type="presOf" srcId="{6A7F6AA7-633E-4B3A-95B8-0F224077774D}" destId="{588F06E9-C26F-4056-997C-BEDA739F9308}" srcOrd="0" destOrd="1" presId="urn:microsoft.com/office/officeart/2005/8/layout/vList5"/>
    <dgm:cxn modelId="{E52ED2BE-5EF5-4AB2-AF4C-27A4CD0F7984}" srcId="{A9DE71DC-0DF9-4606-9C05-E672E547655F}" destId="{6E3F0992-3B5E-4D92-AB8F-386BD2328A18}" srcOrd="0" destOrd="0" parTransId="{39F175D0-8DEC-41F3-9B07-7A5725F1AE77}" sibTransId="{04B40BAA-2E9C-41D0-934C-7B8AE595F5F9}"/>
    <dgm:cxn modelId="{343534C8-15A6-4C18-91A7-D92EDDA949A1}" srcId="{3AFD1589-0674-4467-B6E5-667639A4B611}" destId="{2EA34469-B719-4995-B64B-198762CAF473}" srcOrd="5" destOrd="0" parTransId="{7FA0B409-024A-459C-BB2A-0FEBF4704AAF}" sibTransId="{ABCF09D3-1F12-444A-B242-A9D7B5BAC29A}"/>
    <dgm:cxn modelId="{E249AFCE-0A96-4178-A7AE-D3ED26E2A3E5}" type="presOf" srcId="{97228E70-0053-404B-BD29-38102FA6BB94}" destId="{D77BEC45-D951-42BF-B904-69F8E725DDD6}" srcOrd="0" destOrd="0" presId="urn:microsoft.com/office/officeart/2005/8/layout/vList5"/>
    <dgm:cxn modelId="{AD7395EC-C0D9-4E16-84BD-DD46C264CC39}" type="presOf" srcId="{3B7504ED-5789-4AD8-B8CB-472568059CFE}" destId="{7315C428-E1E7-4787-852C-478600535FAC}" srcOrd="0" destOrd="1" presId="urn:microsoft.com/office/officeart/2005/8/layout/vList5"/>
    <dgm:cxn modelId="{72F0C2F8-E5A0-40AB-AE70-5CCD71A4E479}" srcId="{3AFD1589-0674-4467-B6E5-667639A4B611}" destId="{E5E2F8CE-C37F-471E-BF95-7FE0E2D0AA12}" srcOrd="1" destOrd="0" parTransId="{8D0B310D-A9A0-474F-9B3B-CC8E25A4843F}" sibTransId="{C9F69C4C-8BC3-4549-AD8F-535515A9B773}"/>
    <dgm:cxn modelId="{B378A2FE-B452-4565-BB49-17E4917CA211}" type="presOf" srcId="{E5E2F8CE-C37F-471E-BF95-7FE0E2D0AA12}" destId="{C93CAF37-0791-4086-A8EA-B51A49C5CECE}" srcOrd="0" destOrd="0" presId="urn:microsoft.com/office/officeart/2005/8/layout/vList5"/>
    <dgm:cxn modelId="{0CD337A7-6B3B-4384-B3AB-8E55CFB6EB35}" type="presParOf" srcId="{9006F88B-3CAA-4444-A4B3-98E631C5E40C}" destId="{49744FB5-F7DC-4268-9CE6-BE7B5D9DB96E}" srcOrd="0" destOrd="0" presId="urn:microsoft.com/office/officeart/2005/8/layout/vList5"/>
    <dgm:cxn modelId="{458FC9A7-32B1-4375-857C-068106512569}" type="presParOf" srcId="{49744FB5-F7DC-4268-9CE6-BE7B5D9DB96E}" destId="{508AE053-81E2-473C-BA4D-A53B99E45376}" srcOrd="0" destOrd="0" presId="urn:microsoft.com/office/officeart/2005/8/layout/vList5"/>
    <dgm:cxn modelId="{1B2F1EA1-2331-43C9-8EB6-2D320EF51D11}" type="presParOf" srcId="{49744FB5-F7DC-4268-9CE6-BE7B5D9DB96E}" destId="{D77BEC45-D951-42BF-B904-69F8E725DDD6}" srcOrd="1" destOrd="0" presId="urn:microsoft.com/office/officeart/2005/8/layout/vList5"/>
    <dgm:cxn modelId="{05C67887-96C1-4825-BF6A-D35BBEFEAD38}" type="presParOf" srcId="{9006F88B-3CAA-4444-A4B3-98E631C5E40C}" destId="{584631DC-6183-4E58-9137-D5014176A3D1}" srcOrd="1" destOrd="0" presId="urn:microsoft.com/office/officeart/2005/8/layout/vList5"/>
    <dgm:cxn modelId="{03CF232D-CBBC-4F31-ACBC-775700A19F86}" type="presParOf" srcId="{9006F88B-3CAA-4444-A4B3-98E631C5E40C}" destId="{7B6BAD2E-83CA-469B-95B3-36243192204E}" srcOrd="2" destOrd="0" presId="urn:microsoft.com/office/officeart/2005/8/layout/vList5"/>
    <dgm:cxn modelId="{FD820403-A63C-4D33-A56C-67FBC76DEE7F}" type="presParOf" srcId="{7B6BAD2E-83CA-469B-95B3-36243192204E}" destId="{C93CAF37-0791-4086-A8EA-B51A49C5CECE}" srcOrd="0" destOrd="0" presId="urn:microsoft.com/office/officeart/2005/8/layout/vList5"/>
    <dgm:cxn modelId="{91BEFA4E-1390-4E90-8881-02C85C9E39E4}" type="presParOf" srcId="{7B6BAD2E-83CA-469B-95B3-36243192204E}" destId="{FB066B8F-F023-4815-8B42-B43743FF7EE5}" srcOrd="1" destOrd="0" presId="urn:microsoft.com/office/officeart/2005/8/layout/vList5"/>
    <dgm:cxn modelId="{57DFB918-3637-4E7C-95EF-594B3431A96D}" type="presParOf" srcId="{9006F88B-3CAA-4444-A4B3-98E631C5E40C}" destId="{F5DB2B39-8A47-42B0-9434-EE69F15E1B71}" srcOrd="3" destOrd="0" presId="urn:microsoft.com/office/officeart/2005/8/layout/vList5"/>
    <dgm:cxn modelId="{A53F717E-103C-4700-8644-CF094F347583}" type="presParOf" srcId="{9006F88B-3CAA-4444-A4B3-98E631C5E40C}" destId="{2CD1A9EA-1F58-41FC-A05E-4832D728CD41}" srcOrd="4" destOrd="0" presId="urn:microsoft.com/office/officeart/2005/8/layout/vList5"/>
    <dgm:cxn modelId="{2673361B-281E-44A3-AC0A-7926A9F56AFE}" type="presParOf" srcId="{2CD1A9EA-1F58-41FC-A05E-4832D728CD41}" destId="{DBDECA86-9F0D-48F8-98C9-50DF4A4B6F8D}" srcOrd="0" destOrd="0" presId="urn:microsoft.com/office/officeart/2005/8/layout/vList5"/>
    <dgm:cxn modelId="{F701E51E-CC33-480A-8782-BCA289A33F55}" type="presParOf" srcId="{2CD1A9EA-1F58-41FC-A05E-4832D728CD41}" destId="{A7E1575E-AE4F-430C-A0E5-B40CBF2975D4}" srcOrd="1" destOrd="0" presId="urn:microsoft.com/office/officeart/2005/8/layout/vList5"/>
    <dgm:cxn modelId="{1AC01CF6-20D0-4DBD-87C9-A444546B34D6}" type="presParOf" srcId="{9006F88B-3CAA-4444-A4B3-98E631C5E40C}" destId="{7250E330-C971-4C22-A4EE-C31F3363D8C1}" srcOrd="5" destOrd="0" presId="urn:microsoft.com/office/officeart/2005/8/layout/vList5"/>
    <dgm:cxn modelId="{10CED731-46D0-4D12-B70D-B75C337F1D13}" type="presParOf" srcId="{9006F88B-3CAA-4444-A4B3-98E631C5E40C}" destId="{3D4992D4-4524-4919-93C8-8B205A300A46}" srcOrd="6" destOrd="0" presId="urn:microsoft.com/office/officeart/2005/8/layout/vList5"/>
    <dgm:cxn modelId="{7E7CF649-4D63-40BC-9BEC-8D1F9C2C5495}" type="presParOf" srcId="{3D4992D4-4524-4919-93C8-8B205A300A46}" destId="{3C777576-1B2C-4F0F-8427-58543AA3770D}" srcOrd="0" destOrd="0" presId="urn:microsoft.com/office/officeart/2005/8/layout/vList5"/>
    <dgm:cxn modelId="{BEC80868-D366-4BA6-A8AF-1A433C4F8842}" type="presParOf" srcId="{3D4992D4-4524-4919-93C8-8B205A300A46}" destId="{7315C428-E1E7-4787-852C-478600535FAC}" srcOrd="1" destOrd="0" presId="urn:microsoft.com/office/officeart/2005/8/layout/vList5"/>
    <dgm:cxn modelId="{761C56D1-231C-463F-AD6B-4377C2DA0550}" type="presParOf" srcId="{9006F88B-3CAA-4444-A4B3-98E631C5E40C}" destId="{1FBAF78F-CD9C-4BD9-B54F-BF4BBA071BC1}" srcOrd="7" destOrd="0" presId="urn:microsoft.com/office/officeart/2005/8/layout/vList5"/>
    <dgm:cxn modelId="{18DF1253-CAA9-47B6-B579-2F7B7CCAE114}" type="presParOf" srcId="{9006F88B-3CAA-4444-A4B3-98E631C5E40C}" destId="{3C0FC128-31E3-4755-993A-9073F075A1CC}" srcOrd="8" destOrd="0" presId="urn:microsoft.com/office/officeart/2005/8/layout/vList5"/>
    <dgm:cxn modelId="{3831E59B-E97B-4972-82BD-84B8CC9065A8}" type="presParOf" srcId="{3C0FC128-31E3-4755-993A-9073F075A1CC}" destId="{7AEE67DB-8876-46FA-AD7F-15ACA91D41A7}" srcOrd="0" destOrd="0" presId="urn:microsoft.com/office/officeart/2005/8/layout/vList5"/>
    <dgm:cxn modelId="{6CF730DE-5F74-4C9F-B20C-3CA2C40F9E28}" type="presParOf" srcId="{3C0FC128-31E3-4755-993A-9073F075A1CC}" destId="{595C872D-E47F-42FF-8EA4-A244F97AB253}" srcOrd="1" destOrd="0" presId="urn:microsoft.com/office/officeart/2005/8/layout/vList5"/>
    <dgm:cxn modelId="{09810001-7FB8-4EC4-A32C-81B8B1A632A0}" type="presParOf" srcId="{9006F88B-3CAA-4444-A4B3-98E631C5E40C}" destId="{B863AC35-631E-4139-BC08-5F36B01E4199}" srcOrd="9" destOrd="0" presId="urn:microsoft.com/office/officeart/2005/8/layout/vList5"/>
    <dgm:cxn modelId="{4DA72F88-4B9D-4E96-87D0-1A1E103A0AAD}" type="presParOf" srcId="{9006F88B-3CAA-4444-A4B3-98E631C5E40C}" destId="{12906E70-A09A-4A05-A240-A9CA03EEE0FD}" srcOrd="10" destOrd="0" presId="urn:microsoft.com/office/officeart/2005/8/layout/vList5"/>
    <dgm:cxn modelId="{EEB08ED6-BB29-41A5-9FAF-92435BE92F4A}" type="presParOf" srcId="{12906E70-A09A-4A05-A240-A9CA03EEE0FD}" destId="{35B666F3-4DFC-470A-81FB-6B96EA3AD2F4}" srcOrd="0" destOrd="0" presId="urn:microsoft.com/office/officeart/2005/8/layout/vList5"/>
    <dgm:cxn modelId="{39BC2EF1-18F6-48E7-AE86-EE414C7F22E1}" type="presParOf" srcId="{12906E70-A09A-4A05-A240-A9CA03EEE0FD}" destId="{588F06E9-C26F-4056-997C-BEDA739F930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24F9E-2858-41F9-89B5-7650D58406AA}">
      <dsp:nvSpPr>
        <dsp:cNvPr id="0" name=""/>
        <dsp:cNvSpPr/>
      </dsp:nvSpPr>
      <dsp:spPr>
        <a:xfrm rot="5400000">
          <a:off x="7832165" y="-3462830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baseline="0" dirty="0"/>
            <a:t>People struggle to maintain the habit </a:t>
          </a:r>
          <a:r>
            <a:rPr lang="en-US" sz="1600" b="1" i="0" kern="1200" baseline="0" dirty="0"/>
            <a:t>of manually noting expenses</a:t>
          </a:r>
          <a:r>
            <a:rPr lang="en-US" sz="1600" b="0" i="0" kern="1200" baseline="0" dirty="0"/>
            <a:t>, making it easy </a:t>
          </a:r>
          <a:r>
            <a:rPr lang="en-US" sz="1600" b="1" i="0" kern="1200" baseline="0" dirty="0"/>
            <a:t>to miss where money goes.</a:t>
          </a:r>
          <a:endParaRPr lang="en-US" sz="1600" b="1" kern="1200" dirty="0"/>
        </a:p>
      </dsp:txBody>
      <dsp:txXfrm rot="-5400000">
        <a:off x="4297680" y="99546"/>
        <a:ext cx="7612429" cy="515566"/>
      </dsp:txXfrm>
    </dsp:sp>
    <dsp:sp modelId="{F5C5DFB0-F54B-49A0-A45C-9B6DEDCDE77C}">
      <dsp:nvSpPr>
        <dsp:cNvPr id="0" name=""/>
        <dsp:cNvSpPr/>
      </dsp:nvSpPr>
      <dsp:spPr>
        <a:xfrm>
          <a:off x="0" y="236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Expense tracking is exhausting and inconsistent</a:t>
          </a:r>
          <a:endParaRPr lang="en-US" sz="2000" kern="1200" dirty="0"/>
        </a:p>
      </dsp:txBody>
      <dsp:txXfrm>
        <a:off x="34864" y="35100"/>
        <a:ext cx="4227952" cy="644457"/>
      </dsp:txXfrm>
    </dsp:sp>
    <dsp:sp modelId="{F0C57604-0A9E-42DB-95A1-0BA96A90E1DB}">
      <dsp:nvSpPr>
        <dsp:cNvPr id="0" name=""/>
        <dsp:cNvSpPr/>
      </dsp:nvSpPr>
      <dsp:spPr>
        <a:xfrm rot="5400000">
          <a:off x="7832165" y="-2712936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1706381"/>
            <a:satOff val="381"/>
            <a:lumOff val="5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706381"/>
              <a:satOff val="381"/>
              <a:lumOff val="5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baseline="0" dirty="0"/>
            <a:t>Notes and spreadsheets </a:t>
          </a:r>
          <a:r>
            <a:rPr lang="en-US" sz="1600" b="1" i="0" kern="1200" baseline="0" dirty="0"/>
            <a:t>fail to show clear patterns, categories, money leaks, or long-term trends.</a:t>
          </a:r>
          <a:endParaRPr lang="en-US" sz="1600" b="1" kern="1200" dirty="0"/>
        </a:p>
      </dsp:txBody>
      <dsp:txXfrm rot="-5400000">
        <a:off x="4297680" y="849440"/>
        <a:ext cx="7612429" cy="515566"/>
      </dsp:txXfrm>
    </dsp:sp>
    <dsp:sp modelId="{DABBBC74-41B8-41EF-BE63-AFFE8F362D09}">
      <dsp:nvSpPr>
        <dsp:cNvPr id="0" name=""/>
        <dsp:cNvSpPr/>
      </dsp:nvSpPr>
      <dsp:spPr>
        <a:xfrm>
          <a:off x="0" y="750131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Traditional tools don’t provide real insights</a:t>
          </a:r>
          <a:endParaRPr lang="en-US" sz="2000" kern="1200"/>
        </a:p>
      </dsp:txBody>
      <dsp:txXfrm>
        <a:off x="34864" y="784995"/>
        <a:ext cx="4227952" cy="644457"/>
      </dsp:txXfrm>
    </dsp:sp>
    <dsp:sp modelId="{DD3C5526-5897-4C80-91C2-18B8AB527D8C}">
      <dsp:nvSpPr>
        <dsp:cNvPr id="0" name=""/>
        <dsp:cNvSpPr/>
      </dsp:nvSpPr>
      <dsp:spPr>
        <a:xfrm rot="5400000">
          <a:off x="7832165" y="-1963041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3412762"/>
            <a:satOff val="762"/>
            <a:lumOff val="11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412762"/>
              <a:satOff val="762"/>
              <a:lumOff val="1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baseline="0" dirty="0"/>
            <a:t>Users </a:t>
          </a:r>
          <a:r>
            <a:rPr lang="en-US" sz="1600" b="1" i="0" kern="1200" baseline="0" dirty="0"/>
            <a:t>hesitate</a:t>
          </a:r>
          <a:r>
            <a:rPr lang="en-US" sz="1600" b="0" i="0" kern="1200" baseline="0" dirty="0"/>
            <a:t> to give apps access to bank accounts, limiting automated tracking.</a:t>
          </a:r>
          <a:endParaRPr lang="en-US" sz="1600" kern="1200" dirty="0"/>
        </a:p>
      </dsp:txBody>
      <dsp:txXfrm rot="-5400000">
        <a:off x="4297680" y="1599335"/>
        <a:ext cx="7612429" cy="515566"/>
      </dsp:txXfrm>
    </dsp:sp>
    <dsp:sp modelId="{0C94CA6A-3E01-4456-89D9-4ACE71EB06BA}">
      <dsp:nvSpPr>
        <dsp:cNvPr id="0" name=""/>
        <dsp:cNvSpPr/>
      </dsp:nvSpPr>
      <dsp:spPr>
        <a:xfrm>
          <a:off x="0" y="1500025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Privacy concerns block the use of bank-synced apps</a:t>
          </a:r>
          <a:r>
            <a:rPr lang="en-US" sz="2000" kern="1200"/>
            <a:t>	</a:t>
          </a:r>
        </a:p>
      </dsp:txBody>
      <dsp:txXfrm>
        <a:off x="34864" y="1534889"/>
        <a:ext cx="4227952" cy="644457"/>
      </dsp:txXfrm>
    </dsp:sp>
    <dsp:sp modelId="{9EF6C1AB-93A9-4C68-A62F-C57B8B64BAC7}">
      <dsp:nvSpPr>
        <dsp:cNvPr id="0" name=""/>
        <dsp:cNvSpPr/>
      </dsp:nvSpPr>
      <dsp:spPr>
        <a:xfrm rot="5400000">
          <a:off x="7832165" y="-1213147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5119142"/>
            <a:satOff val="1143"/>
            <a:lumOff val="17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119142"/>
              <a:satOff val="1143"/>
              <a:lumOff val="17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baseline="0" dirty="0"/>
            <a:t>Couples, roommates, and families find it </a:t>
          </a:r>
          <a:r>
            <a:rPr lang="en-US" sz="1600" b="1" i="0" kern="1200" baseline="0" dirty="0"/>
            <a:t>difficult to combine expenses</a:t>
          </a:r>
          <a:r>
            <a:rPr lang="en-US" sz="1600" b="0" i="0" kern="1200" baseline="0" dirty="0"/>
            <a:t>, categorize </a:t>
          </a:r>
          <a:r>
            <a:rPr lang="en-US" sz="1600" b="1" i="0" kern="1200" baseline="0" dirty="0"/>
            <a:t>needs vs wants, and manage goals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 rot="-5400000">
        <a:off x="4297680" y="2349229"/>
        <a:ext cx="7612429" cy="515566"/>
      </dsp:txXfrm>
    </dsp:sp>
    <dsp:sp modelId="{CEE62614-ADDF-4081-A7BB-AAF9E0F72729}">
      <dsp:nvSpPr>
        <dsp:cNvPr id="0" name=""/>
        <dsp:cNvSpPr/>
      </dsp:nvSpPr>
      <dsp:spPr>
        <a:xfrm>
          <a:off x="0" y="2249920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Household &amp; shared financial tracking is messy</a:t>
          </a:r>
          <a:r>
            <a:rPr lang="en-US" sz="2000" kern="1200"/>
            <a:t>	</a:t>
          </a:r>
        </a:p>
      </dsp:txBody>
      <dsp:txXfrm>
        <a:off x="34864" y="2284784"/>
        <a:ext cx="4227952" cy="644457"/>
      </dsp:txXfrm>
    </dsp:sp>
    <dsp:sp modelId="{694DAEF1-2650-4185-AFE0-C7EB6F913F74}">
      <dsp:nvSpPr>
        <dsp:cNvPr id="0" name=""/>
        <dsp:cNvSpPr/>
      </dsp:nvSpPr>
      <dsp:spPr>
        <a:xfrm rot="5400000">
          <a:off x="7832165" y="-463252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6825524"/>
            <a:satOff val="1524"/>
            <a:lumOff val="22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825524"/>
              <a:satOff val="1524"/>
              <a:lumOff val="22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baseline="0" dirty="0"/>
            <a:t>Small, frequent purchases </a:t>
          </a:r>
          <a:r>
            <a:rPr lang="en-US" sz="1600" b="0" i="0" kern="1200" baseline="0" dirty="0"/>
            <a:t>and forgotten subscriptions </a:t>
          </a:r>
          <a:r>
            <a:rPr lang="en-US" sz="1600" b="1" i="0" kern="1200" baseline="0" dirty="0"/>
            <a:t>quietly drain significant amounts yearly.</a:t>
          </a:r>
          <a:endParaRPr lang="en-US" sz="1600" b="1" kern="1200" dirty="0"/>
        </a:p>
      </dsp:txBody>
      <dsp:txXfrm rot="-5400000">
        <a:off x="4297680" y="3099124"/>
        <a:ext cx="7612429" cy="515566"/>
      </dsp:txXfrm>
    </dsp:sp>
    <dsp:sp modelId="{3DC41643-8417-4169-8B50-77C7759A82EF}">
      <dsp:nvSpPr>
        <dsp:cNvPr id="0" name=""/>
        <dsp:cNvSpPr/>
      </dsp:nvSpPr>
      <dsp:spPr>
        <a:xfrm>
          <a:off x="0" y="2999814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Daily spending leaks go unnoticed</a:t>
          </a:r>
          <a:r>
            <a:rPr lang="en-US" sz="2000" kern="1200"/>
            <a:t>	</a:t>
          </a:r>
        </a:p>
      </dsp:txBody>
      <dsp:txXfrm>
        <a:off x="34864" y="3034678"/>
        <a:ext cx="4227952" cy="644457"/>
      </dsp:txXfrm>
    </dsp:sp>
    <dsp:sp modelId="{EC2C5D71-DD4F-47D7-8317-BFBBFC03EED5}">
      <dsp:nvSpPr>
        <dsp:cNvPr id="0" name=""/>
        <dsp:cNvSpPr/>
      </dsp:nvSpPr>
      <dsp:spPr>
        <a:xfrm rot="5400000">
          <a:off x="7832165" y="286641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8531905"/>
            <a:satOff val="1905"/>
            <a:lumOff val="28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8531905"/>
              <a:satOff val="1905"/>
              <a:lumOff val="28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baseline="0" dirty="0"/>
            <a:t>Without tracking, households </a:t>
          </a:r>
          <a:r>
            <a:rPr lang="en-US" sz="1600" b="1" i="0" kern="1200" baseline="0" dirty="0"/>
            <a:t>lose clarity on priorities like saving for a home, education, or emergencies.</a:t>
          </a:r>
          <a:endParaRPr lang="en-US" sz="1600" b="1" kern="1200" dirty="0"/>
        </a:p>
      </dsp:txBody>
      <dsp:txXfrm rot="-5400000">
        <a:off x="4297680" y="3849018"/>
        <a:ext cx="7612429" cy="515566"/>
      </dsp:txXfrm>
    </dsp:sp>
    <dsp:sp modelId="{B8F6D569-1C4C-4DC0-8F5E-1FBA85067600}">
      <dsp:nvSpPr>
        <dsp:cNvPr id="0" name=""/>
        <dsp:cNvSpPr/>
      </dsp:nvSpPr>
      <dsp:spPr>
        <a:xfrm>
          <a:off x="0" y="3749709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Shared financial goals become misaligned</a:t>
          </a:r>
          <a:r>
            <a:rPr lang="en-US" sz="2000" kern="1200"/>
            <a:t>	</a:t>
          </a:r>
        </a:p>
      </dsp:txBody>
      <dsp:txXfrm>
        <a:off x="34864" y="3784573"/>
        <a:ext cx="4227952" cy="644457"/>
      </dsp:txXfrm>
    </dsp:sp>
    <dsp:sp modelId="{DBEE3F5D-A82D-4AED-A2DA-49986DA47FE2}">
      <dsp:nvSpPr>
        <dsp:cNvPr id="0" name=""/>
        <dsp:cNvSpPr/>
      </dsp:nvSpPr>
      <dsp:spPr>
        <a:xfrm rot="5400000">
          <a:off x="7832165" y="1036536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10238285"/>
            <a:satOff val="2286"/>
            <a:lumOff val="3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0238285"/>
              <a:satOff val="2286"/>
              <a:lumOff val="34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baseline="0" dirty="0"/>
            <a:t>Not knowing how much you can afford results</a:t>
          </a:r>
          <a:r>
            <a:rPr lang="en-US" sz="1600" b="0" i="0" kern="1200" baseline="0" dirty="0"/>
            <a:t> in </a:t>
          </a:r>
          <a:r>
            <a:rPr lang="en-US" sz="1600" b="1" i="0" kern="1200" baseline="0" dirty="0"/>
            <a:t>relying on credit cards </a:t>
          </a:r>
          <a:r>
            <a:rPr lang="en-US" sz="1600" b="0" i="0" kern="1200" baseline="0" dirty="0"/>
            <a:t>and accumulating </a:t>
          </a:r>
          <a:r>
            <a:rPr lang="en-US" sz="1600" b="1" i="0" kern="1200" baseline="0" dirty="0"/>
            <a:t>high-interest debt</a:t>
          </a:r>
          <a:r>
            <a:rPr lang="en-US" sz="1600" b="0" i="0" kern="1200" baseline="0" dirty="0"/>
            <a:t>.</a:t>
          </a:r>
          <a:endParaRPr lang="en-US" sz="1600" kern="1200" dirty="0"/>
        </a:p>
      </dsp:txBody>
      <dsp:txXfrm rot="-5400000">
        <a:off x="4297680" y="4598913"/>
        <a:ext cx="7612429" cy="515566"/>
      </dsp:txXfrm>
    </dsp:sp>
    <dsp:sp modelId="{0DC29F6A-690E-4350-ABCB-B6B850965685}">
      <dsp:nvSpPr>
        <dsp:cNvPr id="0" name=""/>
        <dsp:cNvSpPr/>
      </dsp:nvSpPr>
      <dsp:spPr>
        <a:xfrm>
          <a:off x="0" y="4499603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Untracked spending leads to debt spirals</a:t>
          </a:r>
          <a:endParaRPr lang="en-US" sz="2000" kern="1200"/>
        </a:p>
      </dsp:txBody>
      <dsp:txXfrm>
        <a:off x="34864" y="4534467"/>
        <a:ext cx="4227952" cy="644457"/>
      </dsp:txXfrm>
    </dsp:sp>
    <dsp:sp modelId="{FEB287BA-BC0A-4D12-B0CC-F4AAEA654E01}">
      <dsp:nvSpPr>
        <dsp:cNvPr id="0" name=""/>
        <dsp:cNvSpPr/>
      </dsp:nvSpPr>
      <dsp:spPr>
        <a:xfrm rot="5400000">
          <a:off x="7832165" y="1786430"/>
          <a:ext cx="571348" cy="7640320"/>
        </a:xfrm>
        <a:prstGeom prst="round2Same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baseline="0" dirty="0"/>
            <a:t>The anxiety of “</a:t>
          </a:r>
          <a:r>
            <a:rPr lang="en-US" sz="1600" b="1" i="0" kern="1200" baseline="0" dirty="0"/>
            <a:t>where did my paycheck go</a:t>
          </a:r>
          <a:r>
            <a:rPr lang="en-US" sz="1600" b="0" i="0" kern="1200" baseline="0" dirty="0"/>
            <a:t>?” replaces control and confidence in financial planning</a:t>
          </a:r>
          <a:endParaRPr lang="en-US" sz="1600" kern="1200" dirty="0"/>
        </a:p>
      </dsp:txBody>
      <dsp:txXfrm rot="-5400000">
        <a:off x="4297680" y="5348807"/>
        <a:ext cx="7612429" cy="515566"/>
      </dsp:txXfrm>
    </dsp:sp>
    <dsp:sp modelId="{E2BF6D7B-933B-4258-ABE4-0EDBD0090FEC}">
      <dsp:nvSpPr>
        <dsp:cNvPr id="0" name=""/>
        <dsp:cNvSpPr/>
      </dsp:nvSpPr>
      <dsp:spPr>
        <a:xfrm>
          <a:off x="0" y="5249498"/>
          <a:ext cx="4297680" cy="714185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Lack of visibility creates financial stress</a:t>
          </a:r>
          <a:endParaRPr lang="en-US" sz="2000" kern="1200" dirty="0"/>
        </a:p>
      </dsp:txBody>
      <dsp:txXfrm>
        <a:off x="34864" y="5284362"/>
        <a:ext cx="4227952" cy="6444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BEC45-D951-42BF-B904-69F8E725DDD6}">
      <dsp:nvSpPr>
        <dsp:cNvPr id="0" name=""/>
        <dsp:cNvSpPr/>
      </dsp:nvSpPr>
      <dsp:spPr>
        <a:xfrm rot="5400000">
          <a:off x="7523965" y="-3253944"/>
          <a:ext cx="731768" cy="74257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Streaks, global rankings, and XP </a:t>
          </a:r>
          <a:r>
            <a:rPr lang="en-US" sz="1300" kern="1200" dirty="0"/>
            <a:t>gained from adding expenses, weekly reviews, or chatting with the advisor.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Weekly and monthly savings challenges </a:t>
          </a:r>
          <a:r>
            <a:rPr lang="en-US" sz="1300" kern="1200" dirty="0"/>
            <a:t>to keep users engaged and consistent.</a:t>
          </a:r>
        </a:p>
      </dsp:txBody>
      <dsp:txXfrm rot="-5400000">
        <a:off x="4176979" y="128764"/>
        <a:ext cx="7390018" cy="660324"/>
      </dsp:txXfrm>
    </dsp:sp>
    <dsp:sp modelId="{508AE053-81E2-473C-BA4D-A53B99E45376}">
      <dsp:nvSpPr>
        <dsp:cNvPr id="0" name=""/>
        <dsp:cNvSpPr/>
      </dsp:nvSpPr>
      <dsp:spPr>
        <a:xfrm>
          <a:off x="0" y="1571"/>
          <a:ext cx="4176979" cy="91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Gamification for Habit</a:t>
          </a:r>
          <a:endParaRPr lang="en-US" sz="2500" kern="1200" dirty="0"/>
        </a:p>
      </dsp:txBody>
      <dsp:txXfrm>
        <a:off x="44652" y="46223"/>
        <a:ext cx="4087675" cy="825406"/>
      </dsp:txXfrm>
    </dsp:sp>
    <dsp:sp modelId="{FB066B8F-F023-4815-8B42-B43743FF7EE5}">
      <dsp:nvSpPr>
        <dsp:cNvPr id="0" name=""/>
        <dsp:cNvSpPr/>
      </dsp:nvSpPr>
      <dsp:spPr>
        <a:xfrm rot="5400000">
          <a:off x="7523965" y="-2293498"/>
          <a:ext cx="731768" cy="74257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Shows </a:t>
          </a:r>
          <a:r>
            <a:rPr lang="en-US" sz="1300" b="1" kern="1200" dirty="0"/>
            <a:t>burnout rate, spending sprees</a:t>
          </a:r>
          <a:r>
            <a:rPr lang="en-US" sz="1300" kern="1200" dirty="0"/>
            <a:t>, and </a:t>
          </a:r>
          <a:r>
            <a:rPr lang="en-US" sz="1300" b="1" kern="1200" dirty="0"/>
            <a:t>essential money tips </a:t>
          </a:r>
          <a:r>
            <a:rPr lang="en-US" sz="1300" kern="1200" dirty="0"/>
            <a:t>in real time.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Helps users immediately </a:t>
          </a:r>
          <a:r>
            <a:rPr lang="en-US" sz="1300" b="1" kern="1200" dirty="0"/>
            <a:t>understand spending patterns </a:t>
          </a:r>
          <a:r>
            <a:rPr lang="en-US" sz="1300" kern="1200" dirty="0"/>
            <a:t>and </a:t>
          </a:r>
          <a:r>
            <a:rPr lang="en-US" sz="1300" b="1" kern="1200" dirty="0"/>
            <a:t>take quick corrective actions</a:t>
          </a:r>
          <a:r>
            <a:rPr lang="en-US" sz="1300" kern="1200" dirty="0"/>
            <a:t>.</a:t>
          </a:r>
        </a:p>
      </dsp:txBody>
      <dsp:txXfrm rot="-5400000">
        <a:off x="4176979" y="1089210"/>
        <a:ext cx="7390018" cy="660324"/>
      </dsp:txXfrm>
    </dsp:sp>
    <dsp:sp modelId="{C93CAF37-0791-4086-A8EA-B51A49C5CECE}">
      <dsp:nvSpPr>
        <dsp:cNvPr id="0" name=""/>
        <dsp:cNvSpPr/>
      </dsp:nvSpPr>
      <dsp:spPr>
        <a:xfrm>
          <a:off x="0" y="962016"/>
          <a:ext cx="4176979" cy="91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Quick Insight</a:t>
          </a:r>
          <a:endParaRPr lang="en-US" sz="2500" kern="1200" dirty="0"/>
        </a:p>
      </dsp:txBody>
      <dsp:txXfrm>
        <a:off x="44652" y="1006668"/>
        <a:ext cx="4087675" cy="825406"/>
      </dsp:txXfrm>
    </dsp:sp>
    <dsp:sp modelId="{A7E1575E-AE4F-430C-A0E5-B40CBF2975D4}">
      <dsp:nvSpPr>
        <dsp:cNvPr id="0" name=""/>
        <dsp:cNvSpPr/>
      </dsp:nvSpPr>
      <dsp:spPr>
        <a:xfrm rot="5400000">
          <a:off x="7498903" y="-1277416"/>
          <a:ext cx="731768" cy="74257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Add expenses </a:t>
          </a:r>
          <a:r>
            <a:rPr lang="en-US" sz="1300" b="1" kern="1200" dirty="0"/>
            <a:t>via snap, voice, or text </a:t>
          </a:r>
          <a:r>
            <a:rPr lang="en-US" sz="1300" kern="1200" dirty="0"/>
            <a:t>in any language, automatically detecting transactions, savings/goals, or income.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Classifies entries </a:t>
          </a:r>
          <a:r>
            <a:rPr lang="en-US" sz="1300" b="1" kern="1200" dirty="0"/>
            <a:t>into necessary vs luxury (wants</a:t>
          </a:r>
          <a:r>
            <a:rPr lang="en-US" sz="1300" kern="1200" dirty="0"/>
            <a:t>) </a:t>
          </a:r>
          <a:r>
            <a:rPr lang="en-US" sz="1300" b="1" kern="1200" dirty="0"/>
            <a:t>and 30+ subcategories</a:t>
          </a:r>
          <a:r>
            <a:rPr lang="en-US" sz="1300" kern="1200" dirty="0"/>
            <a:t>, </a:t>
          </a:r>
          <a:r>
            <a:rPr lang="en-US" sz="1300" b="1" kern="1200" dirty="0"/>
            <a:t>processing multiple inputs in under 5 seconds.</a:t>
          </a:r>
        </a:p>
      </dsp:txBody>
      <dsp:txXfrm rot="-5400000">
        <a:off x="4151917" y="2105292"/>
        <a:ext cx="7390018" cy="660324"/>
      </dsp:txXfrm>
    </dsp:sp>
    <dsp:sp modelId="{DBDECA86-9F0D-48F8-98C9-50DF4A4B6F8D}">
      <dsp:nvSpPr>
        <dsp:cNvPr id="0" name=""/>
        <dsp:cNvSpPr/>
      </dsp:nvSpPr>
      <dsp:spPr>
        <a:xfrm>
          <a:off x="0" y="1922462"/>
          <a:ext cx="4176979" cy="91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Smart, Fast &amp; Effortless Entry</a:t>
          </a:r>
          <a:endParaRPr lang="en-US" sz="2500" kern="1200"/>
        </a:p>
      </dsp:txBody>
      <dsp:txXfrm>
        <a:off x="44652" y="1967114"/>
        <a:ext cx="4087675" cy="825406"/>
      </dsp:txXfrm>
    </dsp:sp>
    <dsp:sp modelId="{7315C428-E1E7-4787-852C-478600535FAC}">
      <dsp:nvSpPr>
        <dsp:cNvPr id="0" name=""/>
        <dsp:cNvSpPr/>
      </dsp:nvSpPr>
      <dsp:spPr>
        <a:xfrm rot="5400000">
          <a:off x="7523965" y="-372607"/>
          <a:ext cx="731768" cy="74257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Supports</a:t>
          </a:r>
          <a:r>
            <a:rPr lang="en-US" sz="1300" b="1" kern="1200" dirty="0"/>
            <a:t> individuals, couples, roommates</a:t>
          </a:r>
          <a:r>
            <a:rPr lang="en-US" sz="1300" kern="1200" dirty="0"/>
            <a:t>, and full </a:t>
          </a:r>
          <a:r>
            <a:rPr lang="en-US" sz="1300" b="1" kern="1200" dirty="0"/>
            <a:t>households</a:t>
          </a:r>
          <a:r>
            <a:rPr lang="en-US" sz="1300" kern="1200" dirty="0"/>
            <a:t> with shared or separate tracking.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Monitors each person’s </a:t>
          </a:r>
          <a:r>
            <a:rPr lang="en-US" sz="1300" b="1" kern="1200" dirty="0"/>
            <a:t>transactions</a:t>
          </a:r>
          <a:r>
            <a:rPr lang="en-US" sz="1300" kern="1200" dirty="0"/>
            <a:t>, </a:t>
          </a:r>
          <a:r>
            <a:rPr lang="en-US" sz="1300" b="1" kern="1200" dirty="0"/>
            <a:t>incomes</a:t>
          </a:r>
          <a:r>
            <a:rPr lang="en-US" sz="1300" kern="1200" dirty="0"/>
            <a:t>, and </a:t>
          </a:r>
          <a:r>
            <a:rPr lang="en-US" sz="1300" b="1" kern="1200" dirty="0"/>
            <a:t>goals</a:t>
          </a:r>
          <a:r>
            <a:rPr lang="en-US" sz="1300" kern="1200" dirty="0"/>
            <a:t> with combined and individual dashboards.</a:t>
          </a:r>
        </a:p>
      </dsp:txBody>
      <dsp:txXfrm rot="-5400000">
        <a:off x="4176979" y="3010101"/>
        <a:ext cx="7390018" cy="660324"/>
      </dsp:txXfrm>
    </dsp:sp>
    <dsp:sp modelId="{3C777576-1B2C-4F0F-8427-58543AA3770D}">
      <dsp:nvSpPr>
        <dsp:cNvPr id="0" name=""/>
        <dsp:cNvSpPr/>
      </dsp:nvSpPr>
      <dsp:spPr>
        <a:xfrm>
          <a:off x="0" y="2882907"/>
          <a:ext cx="4176979" cy="91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Multi-Person Finance Management</a:t>
          </a:r>
          <a:endParaRPr lang="en-US" sz="2500" kern="1200"/>
        </a:p>
      </dsp:txBody>
      <dsp:txXfrm>
        <a:off x="44652" y="2927559"/>
        <a:ext cx="4087675" cy="825406"/>
      </dsp:txXfrm>
    </dsp:sp>
    <dsp:sp modelId="{595C872D-E47F-42FF-8EA4-A244F97AB253}">
      <dsp:nvSpPr>
        <dsp:cNvPr id="0" name=""/>
        <dsp:cNvSpPr/>
      </dsp:nvSpPr>
      <dsp:spPr>
        <a:xfrm rot="5400000">
          <a:off x="7523965" y="587837"/>
          <a:ext cx="731768" cy="74257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Generates </a:t>
          </a:r>
          <a:r>
            <a:rPr lang="en-US" sz="1300" b="1" kern="1200" dirty="0"/>
            <a:t>weekly, monthly, and custom reports </a:t>
          </a:r>
          <a:r>
            <a:rPr lang="en-US" sz="1300" kern="1200" dirty="0"/>
            <a:t>that </a:t>
          </a:r>
          <a:r>
            <a:rPr lang="en-US" sz="1300" b="1" kern="1200" dirty="0"/>
            <a:t>reveal exactly where money </a:t>
          </a:r>
          <a:r>
            <a:rPr lang="en-US" sz="1300" kern="1200" dirty="0"/>
            <a:t>is going.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Detects trends such as top spending </a:t>
          </a:r>
          <a:r>
            <a:rPr lang="en-US" sz="1300" b="1" kern="1200" dirty="0"/>
            <a:t>categories</a:t>
          </a:r>
          <a:r>
            <a:rPr lang="en-US" sz="1300" kern="1200" dirty="0"/>
            <a:t>, </a:t>
          </a:r>
          <a:r>
            <a:rPr lang="en-US" sz="1300" b="1" kern="1200" dirty="0"/>
            <a:t>biggest spender, hidden leakages</a:t>
          </a:r>
          <a:r>
            <a:rPr lang="en-US" sz="1300" kern="1200" dirty="0"/>
            <a:t>, and </a:t>
          </a:r>
          <a:r>
            <a:rPr lang="en-US" sz="1300" b="1" kern="1200" dirty="0"/>
            <a:t>long-term patterns.</a:t>
          </a:r>
        </a:p>
      </dsp:txBody>
      <dsp:txXfrm rot="-5400000">
        <a:off x="4176979" y="3970545"/>
        <a:ext cx="7390018" cy="660324"/>
      </dsp:txXfrm>
    </dsp:sp>
    <dsp:sp modelId="{7AEE67DB-8876-46FA-AD7F-15ACA91D41A7}">
      <dsp:nvSpPr>
        <dsp:cNvPr id="0" name=""/>
        <dsp:cNvSpPr/>
      </dsp:nvSpPr>
      <dsp:spPr>
        <a:xfrm>
          <a:off x="0" y="3843353"/>
          <a:ext cx="4176979" cy="91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Deep Insights &amp; Long-Term Analysis</a:t>
          </a:r>
          <a:endParaRPr lang="en-US" sz="2500" kern="1200"/>
        </a:p>
      </dsp:txBody>
      <dsp:txXfrm>
        <a:off x="44652" y="3888005"/>
        <a:ext cx="4087675" cy="825406"/>
      </dsp:txXfrm>
    </dsp:sp>
    <dsp:sp modelId="{588F06E9-C26F-4056-997C-BEDA739F9308}">
      <dsp:nvSpPr>
        <dsp:cNvPr id="0" name=""/>
        <dsp:cNvSpPr/>
      </dsp:nvSpPr>
      <dsp:spPr>
        <a:xfrm rot="5400000">
          <a:off x="7523965" y="1548283"/>
          <a:ext cx="731768" cy="74257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RAG-based advisor gives </a:t>
          </a:r>
          <a:r>
            <a:rPr lang="en-US" sz="1300" b="1" kern="1200" dirty="0"/>
            <a:t>personalized saving tips, cheaper alternatives</a:t>
          </a:r>
          <a:r>
            <a:rPr lang="en-US" sz="1300" kern="1200" dirty="0"/>
            <a:t>, and </a:t>
          </a:r>
          <a:r>
            <a:rPr lang="en-US" sz="1300" b="1" kern="1200" dirty="0"/>
            <a:t>habit insights</a:t>
          </a:r>
          <a:r>
            <a:rPr lang="en-US" sz="1300" kern="1200" dirty="0"/>
            <a:t>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Analyzes years to a </a:t>
          </a:r>
          <a:r>
            <a:rPr lang="en-US" sz="1300" b="1" kern="1200" dirty="0"/>
            <a:t>decade of history</a:t>
          </a:r>
          <a:r>
            <a:rPr lang="en-US" sz="1300" kern="1200" dirty="0"/>
            <a:t>, </a:t>
          </a:r>
          <a:r>
            <a:rPr lang="en-US" sz="1300" b="1" kern="1200" dirty="0"/>
            <a:t>identifying old receipts, Amazon purchases</a:t>
          </a:r>
          <a:r>
            <a:rPr lang="en-US" sz="1300" kern="1200" dirty="0"/>
            <a:t>, </a:t>
          </a:r>
          <a:r>
            <a:rPr lang="en-US" sz="1300" b="1" kern="1200" dirty="0"/>
            <a:t>and spending patterns.</a:t>
          </a:r>
        </a:p>
      </dsp:txBody>
      <dsp:txXfrm rot="-5400000">
        <a:off x="4176979" y="4930991"/>
        <a:ext cx="7390018" cy="660324"/>
      </dsp:txXfrm>
    </dsp:sp>
    <dsp:sp modelId="{35B666F3-4DFC-470A-81FB-6B96EA3AD2F4}">
      <dsp:nvSpPr>
        <dsp:cNvPr id="0" name=""/>
        <dsp:cNvSpPr/>
      </dsp:nvSpPr>
      <dsp:spPr>
        <a:xfrm>
          <a:off x="0" y="4803798"/>
          <a:ext cx="4176979" cy="91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AI-Powered Financial Advisor</a:t>
          </a:r>
          <a:endParaRPr lang="en-US" sz="2500" kern="1200"/>
        </a:p>
      </dsp:txBody>
      <dsp:txXfrm>
        <a:off x="44652" y="4848450"/>
        <a:ext cx="4087675" cy="825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33638-56EC-40C0-8FAC-3A4D86E495DE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DEEC7-49C0-4518-9ECA-C2E94D1C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82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DEEC7-49C0-4518-9ECA-C2E94D1CCA2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440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A596-32AE-4C1B-E74B-7329868C1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F3ABD-95FB-C865-67F6-7EDD6CA83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14E65-3E22-A5BC-7D81-FC590E6B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E002B-1BE8-B036-DE67-01A8A417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70FA-3AD6-FF93-02A0-45B19DC7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702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E26B-A26E-DBA2-5B6F-2B5A1D75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B04FD-4668-BF09-6FE8-6A8EE1BF9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9F287-1EC4-1011-E5DF-632D0816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0439-AC72-9CD8-6C77-8E8679CF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C6461-E205-696A-220F-BE621535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06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7B13-C5E8-B782-979B-98254CEE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74442-768A-F12F-2092-DF504BCA5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50B52-CBD2-2165-EEC6-FD366592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77BCE-8E3C-100B-52D4-0BE176DE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F3B78-6664-63F1-05E3-EF202E89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8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2C7A-C0E6-473A-D422-A19F6839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5661A-FAD2-9C81-3DE7-032373415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99463-9A30-35DE-6F09-C7255D04C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4DF67-0379-BAF1-3701-3701CEAF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F378B-D16A-0F27-5B05-130D4B49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3E988-1E87-578E-8313-1560E3D2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49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C6B8-8DEB-5D05-CF32-5E59DC1D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68C2E-7278-EEAF-092A-EBA440C96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3FA11-ADB2-8518-2F3D-66C29F1B4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52F39-6BDC-6C32-BC6B-338EC3370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B8464-5A98-66AC-49CE-5948576C5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55BFE-A9EB-8CAB-1780-5EC03D21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212A1-6D8C-671D-C508-59037E16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690D4-A04E-7AE3-A6BE-AAA60C76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3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3422-5BAE-F69B-DDD8-C3A3285E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09A75-1A5A-1EC8-CE94-AEEB9F67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0376D-1A1C-37AE-F997-A2973225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942C-FD7C-B613-6ED4-A20BB003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6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046A0-0FBF-5515-2212-4B330C31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47518-DA86-5A7E-86B1-479A8FBC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AE10D-DC1D-0C90-2790-198EDF42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4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AC63-0D18-2984-BF74-BCD03AC5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F364E-B306-081E-17FE-3496EFE2D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0AD13-6814-ADC0-CB5D-E8BD05B69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D2258-B372-90A1-6D30-8EAD18B8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CFCE-811B-4442-A40A-F3232656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EBC22-0465-C051-5813-6A989FC3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40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79FC-DA0A-CF02-16FD-58ECA386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854CB-B359-7322-1C7E-B88EF3A26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5FEF7-FAB7-9725-52CB-701591B1F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812C8-E305-FA4B-2E44-DF72D00C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753B7-743A-2DA0-F4FD-849EAAF3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1F4BC-620F-B9BA-2A40-FD212565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991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020C-F3DF-F954-E558-EA23C426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E03DE-A5E0-DC52-A2C6-B3E863453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69289-3BAF-7500-3EDF-41AB0B88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56E44-4C66-CA3C-72C8-DF16F1F4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35960-F466-4C16-621C-3B8BFB4E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2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D4770F-784F-E14E-25CE-E423609F5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014C9-34D6-41CB-CE20-2B9599885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ED2AE-88E7-23DB-49EB-3B0F9BA3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1470F-1622-EA85-3BAF-B34721BC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4610A-DDF6-B5BD-602E-4B44C9CB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77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DA397-DB33-4E5E-3335-88D56476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35547-6036-2151-09AD-E124E4940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42DD3-D6F8-010B-7AE2-4F7B15ADF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29886-B301-4995-A0CE-40248503DB0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D18B7-C04F-0C04-8291-C5B0709A0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98A1-031F-132C-9EF6-9562BFDD3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A9722-43AD-4907-8B55-B47166440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8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B756-E150-A6B5-BB51-459B319A9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8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err="1"/>
              <a:t>GrowWise</a:t>
            </a:r>
            <a:br>
              <a:rPr lang="en-US" dirty="0"/>
            </a:br>
            <a:r>
              <a:rPr lang="en-US" sz="2800" dirty="0"/>
              <a:t>Build a habit that Grows with you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E7CAC-6ECB-368C-54C7-B2DE7A0D9C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smartest way to track money: multilingual input, automatic categorization, and AI that turns years of spending into actionable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35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C1CCD6-301C-BFFB-58E3-77DC33C89DC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069" b="64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83AF3-7117-1885-9C71-71C962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-26479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75CD6DE-BC11-D185-8EC3-7943B8F23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12521"/>
              </p:ext>
            </p:extLst>
          </p:nvPr>
        </p:nvGraphicFramePr>
        <p:xfrm>
          <a:off x="71120" y="792480"/>
          <a:ext cx="11938000" cy="596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4574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7E710D-F72F-ED84-42FF-BD1F32249C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F1B18-3D91-FB1F-90C6-607C9EB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Solution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E82E1-FC8C-F386-7708-414678C50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945690"/>
              </p:ext>
            </p:extLst>
          </p:nvPr>
        </p:nvGraphicFramePr>
        <p:xfrm>
          <a:off x="223520" y="924560"/>
          <a:ext cx="11602720" cy="572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230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9A9A-D139-16F3-C9C1-A85ABA434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-59849"/>
            <a:ext cx="10515600" cy="1325563"/>
          </a:xfrm>
        </p:spPr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pic>
        <p:nvPicPr>
          <p:cNvPr id="4" name="camera">
            <a:hlinkClick r:id="" action="ppaction://media"/>
            <a:extLst>
              <a:ext uri="{FF2B5EF4-FFF2-40B4-BE49-F238E27FC236}">
                <a16:creationId xmlns:a16="http://schemas.microsoft.com/office/drawing/2014/main" id="{E729C504-E11A-D933-66E4-5AFDADFAAC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24073" y="1322482"/>
            <a:ext cx="2524035" cy="5471872"/>
          </a:xfrm>
          <a:prstGeom prst="rect">
            <a:avLst/>
          </a:prstGeom>
        </p:spPr>
      </p:pic>
      <p:pic>
        <p:nvPicPr>
          <p:cNvPr id="5" name="insight">
            <a:hlinkClick r:id="" action="ppaction://media"/>
            <a:extLst>
              <a:ext uri="{FF2B5EF4-FFF2-40B4-BE49-F238E27FC236}">
                <a16:creationId xmlns:a16="http://schemas.microsoft.com/office/drawing/2014/main" id="{DC087F29-EAC4-A9C0-718B-0C60183395D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34124" y="1322482"/>
            <a:ext cx="2524035" cy="54718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3B6A8D-A87B-A60D-5B3A-F58C8E31685B}"/>
              </a:ext>
            </a:extLst>
          </p:cNvPr>
          <p:cNvSpPr txBox="1"/>
          <p:nvPr/>
        </p:nvSpPr>
        <p:spPr>
          <a:xfrm>
            <a:off x="987478" y="1053143"/>
            <a:ext cx="1594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 Insights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52F6F-FCB5-DD3B-64F0-6D95AF3D79DF}"/>
              </a:ext>
            </a:extLst>
          </p:cNvPr>
          <p:cNvSpPr txBox="1"/>
          <p:nvPr/>
        </p:nvSpPr>
        <p:spPr>
          <a:xfrm>
            <a:off x="4523069" y="988715"/>
            <a:ext cx="147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Gamification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6CD7E-AF81-1FBF-3C0C-19D6FCEB4959}"/>
              </a:ext>
            </a:extLst>
          </p:cNvPr>
          <p:cNvSpPr txBox="1"/>
          <p:nvPr/>
        </p:nvSpPr>
        <p:spPr>
          <a:xfrm>
            <a:off x="8931349" y="1081048"/>
            <a:ext cx="1348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Smart Entry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11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9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5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858AE3-9B7E-1A86-D1FA-7A1260839BA3}"/>
              </a:ext>
            </a:extLst>
          </p:cNvPr>
          <p:cNvSpPr txBox="1"/>
          <p:nvPr/>
        </p:nvSpPr>
        <p:spPr>
          <a:xfrm>
            <a:off x="1466355" y="497736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 Advisor</a:t>
            </a:r>
            <a:endParaRPr lang="en-IN" dirty="0"/>
          </a:p>
        </p:txBody>
      </p:sp>
      <p:pic>
        <p:nvPicPr>
          <p:cNvPr id="5" name="ai advisor">
            <a:hlinkClick r:id="" action="ppaction://media"/>
            <a:extLst>
              <a:ext uri="{FF2B5EF4-FFF2-40B4-BE49-F238E27FC236}">
                <a16:creationId xmlns:a16="http://schemas.microsoft.com/office/drawing/2014/main" id="{22883B16-B9E2-0AE9-FF3F-92A8A5890F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97840" y="965200"/>
            <a:ext cx="3313256" cy="5892800"/>
          </a:xfrm>
          <a:prstGeom prst="rect">
            <a:avLst/>
          </a:prstGeom>
        </p:spPr>
      </p:pic>
      <p:pic>
        <p:nvPicPr>
          <p:cNvPr id="6" name="report">
            <a:hlinkClick r:id="" action="ppaction://media"/>
            <a:extLst>
              <a:ext uri="{FF2B5EF4-FFF2-40B4-BE49-F238E27FC236}">
                <a16:creationId xmlns:a16="http://schemas.microsoft.com/office/drawing/2014/main" id="{BFF0461B-C992-27EB-DD42-00EB1ACAF25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848968" y="965200"/>
            <a:ext cx="2955432" cy="5892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C8A6B-6CEF-DE41-7535-3A993AA09369}"/>
              </a:ext>
            </a:extLst>
          </p:cNvPr>
          <p:cNvSpPr txBox="1"/>
          <p:nvPr/>
        </p:nvSpPr>
        <p:spPr>
          <a:xfrm>
            <a:off x="7743030" y="595868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91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44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465</Words>
  <Application>Microsoft Office PowerPoint</Application>
  <PresentationFormat>Widescreen</PresentationFormat>
  <Paragraphs>45</Paragraphs>
  <Slides>5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GrowWise Build a habit that Grows with you</vt:lpstr>
      <vt:lpstr>Problem Statement</vt:lpstr>
      <vt:lpstr>Solution</vt:lpstr>
      <vt:lpstr>Demo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gabbar singh</dc:creator>
  <cp:lastModifiedBy>gabbar singh</cp:lastModifiedBy>
  <cp:revision>4</cp:revision>
  <dcterms:created xsi:type="dcterms:W3CDTF">2026-02-07T19:40:34Z</dcterms:created>
  <dcterms:modified xsi:type="dcterms:W3CDTF">2026-02-09T00:18:54Z</dcterms:modified>
</cp:coreProperties>
</file>